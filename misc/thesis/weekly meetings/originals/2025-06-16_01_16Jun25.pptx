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hFFtO+iB4VtWT+sdZIExFPhm2e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20ffb1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20ffb1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88d9a0d3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88d9a0d3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0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0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0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1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1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12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2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1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1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1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5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15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6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p17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1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18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18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18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/>
              <a:t>Drone Phenology Monitoring</a:t>
            </a:r>
            <a:endParaRPr/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Gaurav Rajput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105850" y="110725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IN"/>
              <a:t>Research Paper Overview</a:t>
            </a:r>
            <a:endParaRPr/>
          </a:p>
        </p:txBody>
      </p:sp>
      <p:sp>
        <p:nvSpPr>
          <p:cNvPr id="71" name="Google Shape;71;p2"/>
          <p:cNvSpPr txBox="1"/>
          <p:nvPr>
            <p:ph idx="2" type="body"/>
          </p:nvPr>
        </p:nvSpPr>
        <p:spPr>
          <a:xfrm>
            <a:off x="4928125" y="1296800"/>
            <a:ext cx="3837000" cy="27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sz="1600"/>
              <a:t>Goal: Improve </a:t>
            </a:r>
            <a:r>
              <a:rPr b="1" lang="en-IN" sz="1600"/>
              <a:t>individual tree crown segmentation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 sz="1600"/>
              <a:t>Key Techniques: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600"/>
              <a:t>Use of </a:t>
            </a:r>
            <a:r>
              <a:rPr b="1" lang="en-IN" sz="1600"/>
              <a:t>Segment Anything Model (SAM)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600"/>
              <a:t>Integration of </a:t>
            </a:r>
            <a:r>
              <a:rPr b="1" lang="en-IN" sz="1600"/>
              <a:t>DSM</a:t>
            </a:r>
            <a:r>
              <a:rPr lang="en-IN" sz="1600"/>
              <a:t> (elevation) data for better segmentation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</p:txBody>
      </p:sp>
      <p:pic>
        <p:nvPicPr>
          <p:cNvPr id="72" name="Google Shape;72;p2" title="Screenshot 2025-06-17 at 1.44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50" y="2363125"/>
            <a:ext cx="4466152" cy="247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What is DSM?</a:t>
            </a:r>
            <a:endParaRPr/>
          </a:p>
        </p:txBody>
      </p:sp>
      <p:sp>
        <p:nvSpPr>
          <p:cNvPr id="78" name="Google Shape;78;p3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-IN"/>
              <a:t>DSM = Digital Surface Model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/>
              <a:t>Provides height of surface including trees/buildings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/>
              <a:t>Obtained using </a:t>
            </a:r>
            <a:r>
              <a:rPr b="1" lang="en-IN"/>
              <a:t>photogrammetry from RGB images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/>
              <a:t>No need for LiDAR – can be derived from </a:t>
            </a:r>
            <a:r>
              <a:rPr b="1" lang="en-IN"/>
              <a:t>multi-angle drone imagery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0" y="341743"/>
            <a:ext cx="43107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BalSAM – Proposed Method</a:t>
            </a:r>
            <a:endParaRPr/>
          </a:p>
        </p:txBody>
      </p:sp>
      <p:sp>
        <p:nvSpPr>
          <p:cNvPr id="85" name="Google Shape;85;p4"/>
          <p:cNvSpPr txBox="1"/>
          <p:nvPr>
            <p:ph idx="2" type="body"/>
          </p:nvPr>
        </p:nvSpPr>
        <p:spPr>
          <a:xfrm>
            <a:off x="4664183" y="211667"/>
            <a:ext cx="3837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/>
              <a:t>Builds on RSPrompter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/>
              <a:t>Uses a trainable </a:t>
            </a:r>
            <a:r>
              <a:rPr b="1" lang="en-IN"/>
              <a:t>DSM encoder</a:t>
            </a:r>
            <a:r>
              <a:rPr lang="en-IN"/>
              <a:t> to fuse elevation data with SAM inputs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/>
              <a:t>Result: Better tree crown segmentation, especially in structured plantations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A diagram of a computer program&#10;&#10;Description automatically generated"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148" y="2192866"/>
            <a:ext cx="6547704" cy="2950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idx="2" type="body"/>
          </p:nvPr>
        </p:nvSpPr>
        <p:spPr>
          <a:xfrm>
            <a:off x="861134" y="2379214"/>
            <a:ext cx="7146524" cy="2181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>
                <a:solidFill>
                  <a:schemeClr val="dk2"/>
                </a:solidFill>
              </a:rPr>
              <a:t>| Model                             | mAP (%) | mIoU (%) | wmAP (%) |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>
                <a:solidFill>
                  <a:schemeClr val="dk2"/>
                </a:solidFill>
              </a:rPr>
              <a:t>|----------------------          |---------|----------      |----------    |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>
                <a:solidFill>
                  <a:schemeClr val="dk2"/>
                </a:solidFill>
              </a:rPr>
              <a:t>| BalSAM                           | 65.03   | 83.24    | 64.84    |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>
                <a:solidFill>
                  <a:schemeClr val="dk2"/>
                </a:solidFill>
              </a:rPr>
              <a:t>| RSPrompter                    | 66.37   | 82.58    | 62.37    |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>
                <a:solidFill>
                  <a:schemeClr val="dk2"/>
                </a:solidFill>
              </a:rPr>
              <a:t>| Mask R-CNN + DSM     | 64.64   | 81.89    | 60.32    |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>
                <a:solidFill>
                  <a:schemeClr val="dk2"/>
                </a:solidFill>
              </a:rPr>
              <a:t>| SAM (auto prompts)      | 11.17   | 50.91    | –        |</a:t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3467035" y="372250"/>
            <a:ext cx="204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/>
              <a:t>Performance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Challenges</a:t>
            </a:r>
            <a:endParaRPr/>
          </a:p>
        </p:txBody>
      </p:sp>
      <p:sp>
        <p:nvSpPr>
          <p:cNvPr id="98" name="Google Shape;98;p6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-IN"/>
              <a:t>Issue:</a:t>
            </a:r>
            <a:r>
              <a:rPr lang="en-IN"/>
              <a:t> No LiDAR → No direct DSM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/>
              <a:t>Paper uses DSM for best results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-IN"/>
              <a:t>My constraint:</a:t>
            </a:r>
            <a:r>
              <a:rPr lang="en-IN"/>
              <a:t> Only RGB images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/>
              <a:t>Workaround: DSM can be made from </a:t>
            </a:r>
            <a:r>
              <a:rPr b="1" lang="en-IN"/>
              <a:t>multi-angle raw images</a:t>
            </a:r>
            <a:r>
              <a:rPr lang="en-IN"/>
              <a:t>, but: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/>
              <a:t>Needs structured capture (nadir + oblique)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720ffb132_0_0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6720ffb132_0_0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6720ffb132_0_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g36720ffb132_0_0" title="obliqu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00" y="585775"/>
            <a:ext cx="8371850" cy="43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Way Forward</a:t>
            </a:r>
            <a:endParaRPr/>
          </a:p>
        </p:txBody>
      </p:sp>
      <p:sp>
        <p:nvSpPr>
          <p:cNvPr id="113" name="Google Shape;113;p7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-IN"/>
              <a:t>Option 1</a:t>
            </a:r>
            <a:r>
              <a:rPr lang="en-IN"/>
              <a:t>: Re-fly and capture raw nadir + oblique images, process via </a:t>
            </a:r>
            <a:r>
              <a:rPr b="1" lang="en-IN"/>
              <a:t>WebODM</a:t>
            </a:r>
            <a:r>
              <a:rPr lang="en-IN"/>
              <a:t> to generate DSM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-IN"/>
              <a:t>Option 2</a:t>
            </a:r>
            <a:r>
              <a:rPr lang="en-IN"/>
              <a:t>: Continue with RGB-only approach using Detectree2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88d9a0d3b_1_0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currently</a:t>
            </a:r>
            <a:endParaRPr/>
          </a:p>
        </p:txBody>
      </p:sp>
      <p:sp>
        <p:nvSpPr>
          <p:cNvPr id="120" name="Google Shape;120;g3688d9a0d3b_1_0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688d9a0d3b_1_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 have also started working on Datastructure to store tree feature per crown detected,that is  its mean colour, leaf density, species determination, in this i am thinking of implementing resnet 50 for leaf density and species determination as was used in the paper shared you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