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aleway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0" roundtripDataSignature="AMtx7mhS1ngf2csYRPn5Ti41IMVnIF6B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e86e91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e86e91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0e86e919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0e86e919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0e86e919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0e86e919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0e86e919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0e86e919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0e86e919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0e86e919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3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13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3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16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16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6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Google Shape;24;p2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2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2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1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14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14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" name="Google Shape;33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15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15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15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1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18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Google Shape;49;p2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" name="Google Shape;50;p2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2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4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IN"/>
              <a:t>Drone Phenology Monitoring</a:t>
            </a:r>
            <a:endParaRPr/>
          </a:p>
        </p:txBody>
      </p:sp>
      <p:sp>
        <p:nvSpPr>
          <p:cNvPr id="61" name="Google Shape;61;p1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Gaurav Rajput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/>
              <a:t>Parth Thakur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0e86e9192_0_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Master geojson format</a:t>
            </a:r>
            <a:endParaRPr/>
          </a:p>
        </p:txBody>
      </p:sp>
      <p:pic>
        <p:nvPicPr>
          <p:cNvPr id="67" name="Google Shape;67;g3e0e86e919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875" y="1275975"/>
            <a:ext cx="2920481" cy="3627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0e86e9192_0_1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Master geojson format</a:t>
            </a:r>
            <a:endParaRPr/>
          </a:p>
        </p:txBody>
      </p:sp>
      <p:pic>
        <p:nvPicPr>
          <p:cNvPr id="73" name="Google Shape;73;g3e0e86e9192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950" y="1211350"/>
            <a:ext cx="2662089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0e86e9192_0_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Master geojson format</a:t>
            </a:r>
            <a:endParaRPr/>
          </a:p>
        </p:txBody>
      </p:sp>
      <p:pic>
        <p:nvPicPr>
          <p:cNvPr id="79" name="Google Shape;79;g3e0e86e9192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025" y="1152525"/>
            <a:ext cx="2095449" cy="3547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g3e0e86e9192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3074" y="1211350"/>
            <a:ext cx="2596188" cy="36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g3e0e86e9192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8662" y="1211350"/>
            <a:ext cx="2478954" cy="362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0e86e9192_0_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Simpler geojson format</a:t>
            </a:r>
            <a:endParaRPr/>
          </a:p>
        </p:txBody>
      </p:sp>
      <p:pic>
        <p:nvPicPr>
          <p:cNvPr id="87" name="Google Shape;87;g3e0e86e9192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100" y="1262175"/>
            <a:ext cx="7511439" cy="362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e0e86e9192_0_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525" y="1262175"/>
            <a:ext cx="2658600" cy="362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0e86e9192_0_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g3e0e86e9192_0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" y="1395500"/>
            <a:ext cx="7356375" cy="125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g3e0e86e9192_0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650" y="3589975"/>
            <a:ext cx="3554426" cy="107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