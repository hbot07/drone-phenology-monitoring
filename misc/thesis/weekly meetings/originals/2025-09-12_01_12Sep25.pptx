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Raleway"/>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2" roundtripDataSignature="AMtx7mi1s5RrdprpIHHAi1Mw97txC3kB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F7EE7D9-2BAC-46EC-BDD0-5C04F7D551BC}">
  <a:tblStyle styleId="{4F7EE7D9-2BAC-46EC-BDD0-5C04F7D551B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font" Target="fonts/Lato-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5" Type="http://schemas.openxmlformats.org/officeDocument/2006/relationships/slideMaster" Target="slideMasters/slideMaster1.xml"/><Relationship Id="rId19" Type="http://schemas.openxmlformats.org/officeDocument/2006/relationships/font" Target="fonts/Lato-bold.fntdata"/><Relationship Id="rId6" Type="http://schemas.openxmlformats.org/officeDocument/2006/relationships/notesMaster" Target="notesMasters/notesMaster1.xml"/><Relationship Id="rId18" Type="http://schemas.openxmlformats.org/officeDocument/2006/relationships/font" Target="fonts/Lato-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7deefe38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7deefe38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7deefe389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7deefe389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7e4693650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7e4693650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7e46936505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7e46936505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7e46936505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7e46936505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7deefe389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7deefe389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13"/>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13"/>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13"/>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13"/>
          <p:cNvSpPr txBox="1"/>
          <p:nvPr>
            <p:ph type="ctrTitle"/>
          </p:nvPr>
        </p:nvSpPr>
        <p:spPr>
          <a:xfrm>
            <a:off x="2371725" y="630225"/>
            <a:ext cx="6331500" cy="154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14" name="Google Shape;14;p13"/>
          <p:cNvSpPr txBox="1"/>
          <p:nvPr>
            <p:ph idx="1" type="subTitle"/>
          </p:nvPr>
        </p:nvSpPr>
        <p:spPr>
          <a:xfrm>
            <a:off x="2390267" y="3238450"/>
            <a:ext cx="6331500" cy="1241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1800"/>
              <a:buNone/>
              <a:defRPr>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13"/>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cxnSp>
        <p:nvCxnSpPr>
          <p:cNvPr id="17" name="Google Shape;17;p16"/>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18" name="Google Shape;18;p16"/>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19" name="Google Shape;19;p16"/>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0" name="Google Shape;20;p16"/>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1" name="Google Shape;21;p16"/>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2" name="Google Shape;22;p16"/>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3" name="Shape 23"/>
        <p:cNvGrpSpPr/>
        <p:nvPr/>
      </p:nvGrpSpPr>
      <p:grpSpPr>
        <a:xfrm>
          <a:off x="0" y="0"/>
          <a:ext cx="0" cy="0"/>
          <a:chOff x="0" y="0"/>
          <a:chExt cx="0" cy="0"/>
        </a:xfrm>
      </p:grpSpPr>
      <p:cxnSp>
        <p:nvCxnSpPr>
          <p:cNvPr id="24" name="Google Shape;24;p2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25" name="Google Shape;25;p2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6" name="Google Shape;26;p20"/>
          <p:cNvSpPr txBox="1"/>
          <p:nvPr>
            <p:ph idx="1" type="body"/>
          </p:nvPr>
        </p:nvSpPr>
        <p:spPr>
          <a:xfrm>
            <a:off x="328017" y="4226025"/>
            <a:ext cx="8388600" cy="3936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27" name="Google Shape;27;p20"/>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8" name="Shape 28"/>
        <p:cNvGrpSpPr/>
        <p:nvPr/>
      </p:nvGrpSpPr>
      <p:grpSpPr>
        <a:xfrm>
          <a:off x="0" y="0"/>
          <a:ext cx="0" cy="0"/>
          <a:chOff x="0" y="0"/>
          <a:chExt cx="0" cy="0"/>
        </a:xfrm>
      </p:grpSpPr>
      <p:sp>
        <p:nvSpPr>
          <p:cNvPr id="29" name="Google Shape;29;p14"/>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0" name="Google Shape;30;p14"/>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1" name="Google Shape;31;p14"/>
          <p:cNvSpPr txBox="1"/>
          <p:nvPr>
            <p:ph type="title"/>
          </p:nvPr>
        </p:nvSpPr>
        <p:spPr>
          <a:xfrm>
            <a:off x="265500" y="1397350"/>
            <a:ext cx="4045200" cy="1318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3600"/>
              <a:buNone/>
              <a:defRPr sz="3600">
                <a:solidFill>
                  <a:schemeClr val="dk1"/>
                </a:solidFill>
              </a:defRPr>
            </a:lvl1pPr>
            <a:lvl2pPr lvl="1" algn="ctr">
              <a:lnSpc>
                <a:spcPct val="100000"/>
              </a:lnSpc>
              <a:spcBef>
                <a:spcPts val="0"/>
              </a:spcBef>
              <a:spcAft>
                <a:spcPts val="0"/>
              </a:spcAft>
              <a:buClr>
                <a:schemeClr val="dk1"/>
              </a:buClr>
              <a:buSzPts val="3600"/>
              <a:buNone/>
              <a:defRPr sz="3600">
                <a:solidFill>
                  <a:schemeClr val="dk1"/>
                </a:solidFill>
              </a:defRPr>
            </a:lvl2pPr>
            <a:lvl3pPr lvl="2" algn="ctr">
              <a:lnSpc>
                <a:spcPct val="100000"/>
              </a:lnSpc>
              <a:spcBef>
                <a:spcPts val="0"/>
              </a:spcBef>
              <a:spcAft>
                <a:spcPts val="0"/>
              </a:spcAft>
              <a:buClr>
                <a:schemeClr val="dk1"/>
              </a:buClr>
              <a:buSzPts val="3600"/>
              <a:buNone/>
              <a:defRPr sz="3600">
                <a:solidFill>
                  <a:schemeClr val="dk1"/>
                </a:solidFill>
              </a:defRPr>
            </a:lvl3pPr>
            <a:lvl4pPr lvl="3" algn="ctr">
              <a:lnSpc>
                <a:spcPct val="100000"/>
              </a:lnSpc>
              <a:spcBef>
                <a:spcPts val="0"/>
              </a:spcBef>
              <a:spcAft>
                <a:spcPts val="0"/>
              </a:spcAft>
              <a:buClr>
                <a:schemeClr val="dk1"/>
              </a:buClr>
              <a:buSzPts val="3600"/>
              <a:buNone/>
              <a:defRPr sz="3600">
                <a:solidFill>
                  <a:schemeClr val="dk1"/>
                </a:solidFill>
              </a:defRPr>
            </a:lvl4pPr>
            <a:lvl5pPr lvl="4" algn="ctr">
              <a:lnSpc>
                <a:spcPct val="100000"/>
              </a:lnSpc>
              <a:spcBef>
                <a:spcPts val="0"/>
              </a:spcBef>
              <a:spcAft>
                <a:spcPts val="0"/>
              </a:spcAft>
              <a:buClr>
                <a:schemeClr val="dk1"/>
              </a:buClr>
              <a:buSzPts val="3600"/>
              <a:buNone/>
              <a:defRPr sz="3600">
                <a:solidFill>
                  <a:schemeClr val="dk1"/>
                </a:solidFill>
              </a:defRPr>
            </a:lvl5pPr>
            <a:lvl6pPr lvl="5" algn="ctr">
              <a:lnSpc>
                <a:spcPct val="100000"/>
              </a:lnSpc>
              <a:spcBef>
                <a:spcPts val="0"/>
              </a:spcBef>
              <a:spcAft>
                <a:spcPts val="0"/>
              </a:spcAft>
              <a:buClr>
                <a:schemeClr val="dk1"/>
              </a:buClr>
              <a:buSzPts val="3600"/>
              <a:buNone/>
              <a:defRPr sz="3600">
                <a:solidFill>
                  <a:schemeClr val="dk1"/>
                </a:solidFill>
              </a:defRPr>
            </a:lvl6pPr>
            <a:lvl7pPr lvl="6" algn="ctr">
              <a:lnSpc>
                <a:spcPct val="100000"/>
              </a:lnSpc>
              <a:spcBef>
                <a:spcPts val="0"/>
              </a:spcBef>
              <a:spcAft>
                <a:spcPts val="0"/>
              </a:spcAft>
              <a:buClr>
                <a:schemeClr val="dk1"/>
              </a:buClr>
              <a:buSzPts val="3600"/>
              <a:buNone/>
              <a:defRPr sz="3600">
                <a:solidFill>
                  <a:schemeClr val="dk1"/>
                </a:solidFill>
              </a:defRPr>
            </a:lvl7pPr>
            <a:lvl8pPr lvl="7" algn="ctr">
              <a:lnSpc>
                <a:spcPct val="100000"/>
              </a:lnSpc>
              <a:spcBef>
                <a:spcPts val="0"/>
              </a:spcBef>
              <a:spcAft>
                <a:spcPts val="0"/>
              </a:spcAft>
              <a:buClr>
                <a:schemeClr val="dk1"/>
              </a:buClr>
              <a:buSzPts val="3600"/>
              <a:buNone/>
              <a:defRPr sz="3600">
                <a:solidFill>
                  <a:schemeClr val="dk1"/>
                </a:solidFill>
              </a:defRPr>
            </a:lvl8pPr>
            <a:lvl9pPr lvl="8" algn="ctr">
              <a:lnSpc>
                <a:spcPct val="100000"/>
              </a:lnSpc>
              <a:spcBef>
                <a:spcPts val="0"/>
              </a:spcBef>
              <a:spcAft>
                <a:spcPts val="0"/>
              </a:spcAft>
              <a:buClr>
                <a:schemeClr val="dk1"/>
              </a:buClr>
              <a:buSzPts val="3600"/>
              <a:buNone/>
              <a:defRPr sz="3600">
                <a:solidFill>
                  <a:schemeClr val="dk1"/>
                </a:solidFill>
              </a:defRPr>
            </a:lvl9pPr>
          </a:lstStyle>
          <a:p/>
        </p:txBody>
      </p:sp>
      <p:sp>
        <p:nvSpPr>
          <p:cNvPr id="32" name="Google Shape;32;p14"/>
          <p:cNvSpPr txBox="1"/>
          <p:nvPr>
            <p:ph idx="1" type="subTitle"/>
          </p:nvPr>
        </p:nvSpPr>
        <p:spPr>
          <a:xfrm>
            <a:off x="265500" y="2735371"/>
            <a:ext cx="4045200" cy="1345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3" name="Google Shape;33;p14"/>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1600"/>
              </a:spcBef>
              <a:spcAft>
                <a:spcPts val="0"/>
              </a:spcAft>
              <a:buClr>
                <a:schemeClr val="lt1"/>
              </a:buClr>
              <a:buSzPts val="1400"/>
              <a:buChar char="○"/>
              <a:defRPr>
                <a:solidFill>
                  <a:schemeClr val="lt1"/>
                </a:solidFill>
              </a:defRPr>
            </a:lvl2pPr>
            <a:lvl3pPr indent="-317500" lvl="2" marL="1371600" algn="l">
              <a:lnSpc>
                <a:spcPct val="115000"/>
              </a:lnSpc>
              <a:spcBef>
                <a:spcPts val="1600"/>
              </a:spcBef>
              <a:spcAft>
                <a:spcPts val="0"/>
              </a:spcAft>
              <a:buClr>
                <a:schemeClr val="lt1"/>
              </a:buClr>
              <a:buSzPts val="1400"/>
              <a:buChar char="■"/>
              <a:defRPr>
                <a:solidFill>
                  <a:schemeClr val="lt1"/>
                </a:solidFill>
              </a:defRPr>
            </a:lvl3pPr>
            <a:lvl4pPr indent="-317500" lvl="3" marL="1828800" algn="l">
              <a:lnSpc>
                <a:spcPct val="115000"/>
              </a:lnSpc>
              <a:spcBef>
                <a:spcPts val="1600"/>
              </a:spcBef>
              <a:spcAft>
                <a:spcPts val="0"/>
              </a:spcAft>
              <a:buClr>
                <a:schemeClr val="lt1"/>
              </a:buClr>
              <a:buSzPts val="1400"/>
              <a:buChar char="●"/>
              <a:defRPr>
                <a:solidFill>
                  <a:schemeClr val="lt1"/>
                </a:solidFill>
              </a:defRPr>
            </a:lvl4pPr>
            <a:lvl5pPr indent="-317500" lvl="4" marL="2286000" algn="l">
              <a:lnSpc>
                <a:spcPct val="115000"/>
              </a:lnSpc>
              <a:spcBef>
                <a:spcPts val="1600"/>
              </a:spcBef>
              <a:spcAft>
                <a:spcPts val="0"/>
              </a:spcAft>
              <a:buClr>
                <a:schemeClr val="lt1"/>
              </a:buClr>
              <a:buSzPts val="1400"/>
              <a:buChar char="○"/>
              <a:defRPr>
                <a:solidFill>
                  <a:schemeClr val="lt1"/>
                </a:solidFill>
              </a:defRPr>
            </a:lvl5pPr>
            <a:lvl6pPr indent="-317500" lvl="5" marL="2743200" algn="l">
              <a:lnSpc>
                <a:spcPct val="115000"/>
              </a:lnSpc>
              <a:spcBef>
                <a:spcPts val="1600"/>
              </a:spcBef>
              <a:spcAft>
                <a:spcPts val="0"/>
              </a:spcAft>
              <a:buClr>
                <a:schemeClr val="lt1"/>
              </a:buClr>
              <a:buSzPts val="1400"/>
              <a:buChar char="■"/>
              <a:defRPr>
                <a:solidFill>
                  <a:schemeClr val="lt1"/>
                </a:solidFill>
              </a:defRPr>
            </a:lvl6pPr>
            <a:lvl7pPr indent="-317500" lvl="6" marL="3200400" algn="l">
              <a:lnSpc>
                <a:spcPct val="115000"/>
              </a:lnSpc>
              <a:spcBef>
                <a:spcPts val="1600"/>
              </a:spcBef>
              <a:spcAft>
                <a:spcPts val="0"/>
              </a:spcAft>
              <a:buClr>
                <a:schemeClr val="lt1"/>
              </a:buClr>
              <a:buSzPts val="1400"/>
              <a:buChar char="●"/>
              <a:defRPr>
                <a:solidFill>
                  <a:schemeClr val="lt1"/>
                </a:solidFill>
              </a:defRPr>
            </a:lvl7pPr>
            <a:lvl8pPr indent="-317500" lvl="7" marL="3657600" algn="l">
              <a:lnSpc>
                <a:spcPct val="115000"/>
              </a:lnSpc>
              <a:spcBef>
                <a:spcPts val="1600"/>
              </a:spcBef>
              <a:spcAft>
                <a:spcPts val="0"/>
              </a:spcAft>
              <a:buClr>
                <a:schemeClr val="lt1"/>
              </a:buClr>
              <a:buSzPts val="1400"/>
              <a:buChar char="○"/>
              <a:defRPr>
                <a:solidFill>
                  <a:schemeClr val="lt1"/>
                </a:solidFill>
              </a:defRPr>
            </a:lvl8pPr>
            <a:lvl9pPr indent="-317500" lvl="8" marL="4114800" algn="l">
              <a:lnSpc>
                <a:spcPct val="115000"/>
              </a:lnSpc>
              <a:spcBef>
                <a:spcPts val="1600"/>
              </a:spcBef>
              <a:spcAft>
                <a:spcPts val="1600"/>
              </a:spcAft>
              <a:buClr>
                <a:schemeClr val="lt1"/>
              </a:buClr>
              <a:buSzPts val="1400"/>
              <a:buChar char="■"/>
              <a:defRPr>
                <a:solidFill>
                  <a:schemeClr val="lt1"/>
                </a:solidFill>
              </a:defRPr>
            </a:lvl9pPr>
          </a:lstStyle>
          <a:p/>
        </p:txBody>
      </p:sp>
      <p:sp>
        <p:nvSpPr>
          <p:cNvPr id="34" name="Google Shape;34;p14"/>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5" name="Shape 35"/>
        <p:cNvGrpSpPr/>
        <p:nvPr/>
      </p:nvGrpSpPr>
      <p:grpSpPr>
        <a:xfrm>
          <a:off x="0" y="0"/>
          <a:ext cx="0" cy="0"/>
          <a:chOff x="0" y="0"/>
          <a:chExt cx="0" cy="0"/>
        </a:xfrm>
      </p:grpSpPr>
      <p:cxnSp>
        <p:nvCxnSpPr>
          <p:cNvPr id="36" name="Google Shape;36;p15"/>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37" name="Google Shape;37;p15"/>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38" name="Google Shape;38;p15"/>
          <p:cNvSpPr txBox="1"/>
          <p:nvPr>
            <p:ph type="title"/>
          </p:nvPr>
        </p:nvSpPr>
        <p:spPr>
          <a:xfrm>
            <a:off x="406425" y="1806825"/>
            <a:ext cx="8296800" cy="1542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39" name="Google Shape;39;p15"/>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17"/>
          <p:cNvSpPr txBox="1"/>
          <p:nvPr>
            <p:ph type="title"/>
          </p:nvPr>
        </p:nvSpPr>
        <p:spPr>
          <a:xfrm>
            <a:off x="303300" y="411575"/>
            <a:ext cx="8520600" cy="639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2" name="Google Shape;42;p17"/>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3" name="Shape 43"/>
        <p:cNvGrpSpPr/>
        <p:nvPr/>
      </p:nvGrpSpPr>
      <p:grpSpPr>
        <a:xfrm>
          <a:off x="0" y="0"/>
          <a:ext cx="0" cy="0"/>
          <a:chOff x="0" y="0"/>
          <a:chExt cx="0" cy="0"/>
        </a:xfrm>
      </p:grpSpPr>
      <p:cxnSp>
        <p:nvCxnSpPr>
          <p:cNvPr id="44" name="Google Shape;44;p18"/>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5" name="Google Shape;45;p18"/>
          <p:cNvSpPr txBox="1"/>
          <p:nvPr>
            <p:ph type="title"/>
          </p:nvPr>
        </p:nvSpPr>
        <p:spPr>
          <a:xfrm>
            <a:off x="319500" y="936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6" name="Google Shape;46;p18"/>
          <p:cNvSpPr txBox="1"/>
          <p:nvPr>
            <p:ph idx="1" type="body"/>
          </p:nvPr>
        </p:nvSpPr>
        <p:spPr>
          <a:xfrm>
            <a:off x="319500" y="1846804"/>
            <a:ext cx="2808000" cy="28062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47" name="Google Shape;47;p18"/>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8" name="Shape 48"/>
        <p:cNvGrpSpPr/>
        <p:nvPr/>
      </p:nvGrpSpPr>
      <p:grpSpPr>
        <a:xfrm>
          <a:off x="0" y="0"/>
          <a:ext cx="0" cy="0"/>
          <a:chOff x="0" y="0"/>
          <a:chExt cx="0" cy="0"/>
        </a:xfrm>
      </p:grpSpPr>
      <p:cxnSp>
        <p:nvCxnSpPr>
          <p:cNvPr id="49" name="Google Shape;49;p19"/>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50" name="Google Shape;50;p19"/>
          <p:cNvSpPr txBox="1"/>
          <p:nvPr>
            <p:ph type="title"/>
          </p:nvPr>
        </p:nvSpPr>
        <p:spPr>
          <a:xfrm>
            <a:off x="283103" y="712141"/>
            <a:ext cx="6244200" cy="383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51" name="Google Shape;51;p19"/>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cxnSp>
        <p:nvCxnSpPr>
          <p:cNvPr id="53" name="Google Shape;53;p2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4" name="Google Shape;54;p2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55" name="Google Shape;55;p21"/>
          <p:cNvSpPr txBox="1"/>
          <p:nvPr>
            <p:ph hasCustomPrompt="1" type="title"/>
          </p:nvPr>
        </p:nvSpPr>
        <p:spPr>
          <a:xfrm>
            <a:off x="853950" y="1304850"/>
            <a:ext cx="7436100" cy="1538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56" name="Google Shape;56;p21"/>
          <p:cNvSpPr txBox="1"/>
          <p:nvPr>
            <p:ph idx="1" type="body"/>
          </p:nvPr>
        </p:nvSpPr>
        <p:spPr>
          <a:xfrm>
            <a:off x="853950" y="2919450"/>
            <a:ext cx="7436100" cy="10716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7" name="Google Shape;57;p2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22"/>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9pPr>
          </a:lstStyle>
          <a:p/>
        </p:txBody>
      </p:sp>
      <p:sp>
        <p:nvSpPr>
          <p:cNvPr id="7" name="Google Shape;7;p12"/>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Lato"/>
              <a:buChar char="●"/>
              <a:defRPr b="0" i="0" sz="1800" u="none" cap="none" strike="noStrike">
                <a:solidFill>
                  <a:schemeClr val="dk2"/>
                </a:solidFill>
                <a:latin typeface="Lato"/>
                <a:ea typeface="Lato"/>
                <a:cs typeface="Lato"/>
                <a:sym typeface="Lato"/>
              </a:defRPr>
            </a:lvl1pPr>
            <a:lvl2pPr indent="-317500" lvl="1" marL="9144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2pPr>
            <a:lvl3pPr indent="-317500" lvl="2" marL="13716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3pPr>
            <a:lvl4pPr indent="-317500" lvl="3" marL="18288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4pPr>
            <a:lvl5pPr indent="-317500" lvl="4" marL="22860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5pPr>
            <a:lvl6pPr indent="-317500" lvl="5" marL="27432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6pPr>
            <a:lvl7pPr indent="-317500" lvl="6" marL="32004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7pPr>
            <a:lvl8pPr indent="-317500" lvl="7" marL="36576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8pPr>
            <a:lvl9pPr indent="-317500" lvl="8" marL="4114800" marR="0" rtl="0" algn="l">
              <a:lnSpc>
                <a:spcPct val="115000"/>
              </a:lnSpc>
              <a:spcBef>
                <a:spcPts val="1600"/>
              </a:spcBef>
              <a:spcAft>
                <a:spcPts val="1600"/>
              </a:spcAft>
              <a:buClr>
                <a:schemeClr val="dk2"/>
              </a:buClr>
              <a:buSzPts val="1400"/>
              <a:buFont typeface="Lato"/>
              <a:buChar char="■"/>
              <a:defRPr b="0" i="0" sz="1400" u="none" cap="none" strike="noStrike">
                <a:solidFill>
                  <a:schemeClr val="dk2"/>
                </a:solidFill>
                <a:latin typeface="Lato"/>
                <a:ea typeface="Lato"/>
                <a:cs typeface="Lato"/>
                <a:sym typeface="Lato"/>
              </a:defRPr>
            </a:lvl9pPr>
          </a:lstStyle>
          <a:p/>
        </p:txBody>
      </p:sp>
      <p:sp>
        <p:nvSpPr>
          <p:cNvPr id="8" name="Google Shape;8;p12"/>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
          <p:cNvSpPr txBox="1"/>
          <p:nvPr>
            <p:ph type="ctrTitle"/>
          </p:nvPr>
        </p:nvSpPr>
        <p:spPr>
          <a:xfrm>
            <a:off x="2371725" y="630225"/>
            <a:ext cx="6331500" cy="154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800"/>
              <a:buNone/>
            </a:pPr>
            <a:r>
              <a:rPr lang="en-IN"/>
              <a:t>Drone Phenology Monitoring</a:t>
            </a:r>
            <a:endParaRPr/>
          </a:p>
        </p:txBody>
      </p:sp>
      <p:sp>
        <p:nvSpPr>
          <p:cNvPr id="65" name="Google Shape;65;p1"/>
          <p:cNvSpPr txBox="1"/>
          <p:nvPr>
            <p:ph idx="1" type="subTitle"/>
          </p:nvPr>
        </p:nvSpPr>
        <p:spPr>
          <a:xfrm>
            <a:off x="2390267" y="3238450"/>
            <a:ext cx="6331500" cy="1241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800"/>
              <a:buNone/>
            </a:pPr>
            <a:r>
              <a:rPr lang="en-IN"/>
              <a:t>Gaurav Rajput</a:t>
            </a:r>
            <a:endParaRPr/>
          </a:p>
          <a:p>
            <a:pPr indent="0" lvl="0" marL="0" rtl="0" algn="l">
              <a:lnSpc>
                <a:spcPct val="100000"/>
              </a:lnSpc>
              <a:spcBef>
                <a:spcPts val="0"/>
              </a:spcBef>
              <a:spcAft>
                <a:spcPts val="0"/>
              </a:spcAft>
              <a:buSzPts val="1800"/>
              <a:buNone/>
            </a:pPr>
            <a:r>
              <a:rPr lang="en-IN"/>
              <a:t>Parth Thakur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7deefe389a_0_0"/>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Additional Params for Matching</a:t>
            </a:r>
            <a:endParaRPr/>
          </a:p>
        </p:txBody>
      </p:sp>
      <p:sp>
        <p:nvSpPr>
          <p:cNvPr id="71" name="Google Shape;71;g37deefe389a_0_0"/>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IN"/>
              <a:t>We see wrong matches in crowded regions. Use </a:t>
            </a:r>
            <a:r>
              <a:rPr lang="en-IN"/>
              <a:t>weighted combination of geometric and spatial features</a:t>
            </a:r>
            <a:endParaRPr/>
          </a:p>
          <a:p>
            <a:pPr indent="-342900" lvl="0" marL="457200" rtl="0" algn="l">
              <a:spcBef>
                <a:spcPts val="0"/>
              </a:spcBef>
              <a:spcAft>
                <a:spcPts val="0"/>
              </a:spcAft>
              <a:buSzPts val="1800"/>
              <a:buChar char="-"/>
            </a:pPr>
            <a:r>
              <a:rPr lang="en-IN"/>
              <a:t>spatial_sim = max(0, 1 - (centroid_dist / max_dist))</a:t>
            </a:r>
            <a:endParaRPr/>
          </a:p>
          <a:p>
            <a:pPr indent="-342900" lvl="0" marL="457200" rtl="0" algn="l">
              <a:spcBef>
                <a:spcPts val="0"/>
              </a:spcBef>
              <a:spcAft>
                <a:spcPts val="0"/>
              </a:spcAft>
              <a:buSzPts val="1800"/>
              <a:buChar char="-"/>
            </a:pPr>
            <a:r>
              <a:rPr lang="en-IN"/>
              <a:t>area_sim = min(area1, area2) / max(area1, area2)</a:t>
            </a:r>
            <a:endParaRPr/>
          </a:p>
          <a:p>
            <a:pPr indent="-342900" lvl="0" marL="457200" rtl="0" algn="l">
              <a:spcBef>
                <a:spcPts val="0"/>
              </a:spcBef>
              <a:spcAft>
                <a:spcPts val="0"/>
              </a:spcAft>
              <a:buSzPts val="1800"/>
              <a:buChar char="-"/>
            </a:pPr>
            <a:r>
              <a:rPr lang="en-IN"/>
              <a:t>Compactness: (4 * π * area) / (perimeter^2) (how circular the shape is).</a:t>
            </a:r>
            <a:endParaRPr/>
          </a:p>
          <a:p>
            <a:pPr indent="-342900" lvl="0" marL="457200" rtl="0" algn="l">
              <a:spcBef>
                <a:spcPts val="0"/>
              </a:spcBef>
              <a:spcAft>
                <a:spcPts val="0"/>
              </a:spcAft>
              <a:buSzPts val="1800"/>
              <a:buChar char="-"/>
            </a:pPr>
            <a:r>
              <a:rPr lang="en-IN"/>
              <a:t>Eccentricity: Ratio of minor to major axis of the minimum bounding rectangle.</a:t>
            </a:r>
            <a:endParaRPr/>
          </a:p>
          <a:p>
            <a:pPr indent="-342900" lvl="0" marL="457200" rtl="0" algn="l">
              <a:spcBef>
                <a:spcPts val="0"/>
              </a:spcBef>
              <a:spcAft>
                <a:spcPts val="0"/>
              </a:spcAft>
              <a:buSzPts val="1800"/>
              <a:buChar char="-"/>
            </a:pPr>
            <a:r>
              <a:rPr lang="en-IN"/>
              <a:t>shape_sim = (compactness_sim + eccentricity_sim) / 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7deefe389a_0_12"/>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Matching Statistics</a:t>
            </a:r>
            <a:endParaRPr/>
          </a:p>
        </p:txBody>
      </p:sp>
      <p:sp>
        <p:nvSpPr>
          <p:cNvPr id="77" name="Google Shape;77;g37deefe389a_0_12"/>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IN" sz="1500"/>
              <a:t>- **Total Trees Detected**: 626</a:t>
            </a:r>
            <a:endParaRPr sz="1500"/>
          </a:p>
          <a:p>
            <a:pPr indent="0" lvl="0" marL="0" rtl="0" algn="l">
              <a:spcBef>
                <a:spcPts val="0"/>
              </a:spcBef>
              <a:spcAft>
                <a:spcPts val="0"/>
              </a:spcAft>
              <a:buClr>
                <a:schemeClr val="dk2"/>
              </a:buClr>
              <a:buSzPts val="1100"/>
              <a:buFont typeface="Arial"/>
              <a:buNone/>
            </a:pPr>
            <a:r>
              <a:rPr lang="en-IN" sz="1500"/>
              <a:t>- **Total Tracking Edges**: 476</a:t>
            </a:r>
            <a:endParaRPr sz="1500"/>
          </a:p>
          <a:p>
            <a:pPr indent="0" lvl="0" marL="0" rtl="0" algn="l">
              <a:spcBef>
                <a:spcPts val="0"/>
              </a:spcBef>
              <a:spcAft>
                <a:spcPts val="0"/>
              </a:spcAft>
              <a:buClr>
                <a:schemeClr val="dk2"/>
              </a:buClr>
              <a:buSzPts val="1100"/>
              <a:buFont typeface="Arial"/>
              <a:buNone/>
            </a:pPr>
            <a:r>
              <a:rPr lang="en-IN" sz="1500"/>
              <a:t>- **Average Chain Length**: 4.17</a:t>
            </a:r>
            <a:endParaRPr sz="1500"/>
          </a:p>
          <a:p>
            <a:pPr indent="0" lvl="0" marL="0" rtl="0" algn="l">
              <a:spcBef>
                <a:spcPts val="0"/>
              </a:spcBef>
              <a:spcAft>
                <a:spcPts val="0"/>
              </a:spcAft>
              <a:buClr>
                <a:schemeClr val="dk2"/>
              </a:buClr>
              <a:buSzPts val="1100"/>
              <a:buFont typeface="Arial"/>
              <a:buNone/>
            </a:pPr>
            <a:r>
              <a:rPr lang="en-IN" sz="1500"/>
              <a:t>- **Maximum Chain Length**: 5</a:t>
            </a:r>
            <a:endParaRPr sz="1500"/>
          </a:p>
          <a:p>
            <a:pPr indent="0" lvl="0" marL="0" rtl="0" algn="l">
              <a:spcBef>
                <a:spcPts val="0"/>
              </a:spcBef>
              <a:spcAft>
                <a:spcPts val="0"/>
              </a:spcAft>
              <a:buClr>
                <a:schemeClr val="dk2"/>
              </a:buClr>
              <a:buSzPts val="1100"/>
              <a:buFont typeface="Arial"/>
              <a:buNone/>
            </a:pPr>
            <a:r>
              <a:t/>
            </a:r>
            <a:endParaRPr sz="1500"/>
          </a:p>
          <a:p>
            <a:pPr indent="0" lvl="0" marL="0" rtl="0" algn="l">
              <a:spcBef>
                <a:spcPts val="0"/>
              </a:spcBef>
              <a:spcAft>
                <a:spcPts val="0"/>
              </a:spcAft>
              <a:buNone/>
            </a:pPr>
            <a:r>
              <a:rPr lang="en-IN" sz="1500"/>
              <a:t>## Chain Length Distribution</a:t>
            </a:r>
            <a:endParaRPr sz="1500"/>
          </a:p>
          <a:p>
            <a:pPr indent="0" lvl="0" marL="0" rtl="0" algn="l">
              <a:spcBef>
                <a:spcPts val="0"/>
              </a:spcBef>
              <a:spcAft>
                <a:spcPts val="0"/>
              </a:spcAft>
              <a:buNone/>
            </a:pPr>
            <a:r>
              <a:rPr lang="en-IN" sz="1500"/>
              <a:t>- **Length 2**: 20 trees</a:t>
            </a:r>
            <a:endParaRPr sz="1500"/>
          </a:p>
          <a:p>
            <a:pPr indent="0" lvl="0" marL="0" rtl="0" algn="l">
              <a:spcBef>
                <a:spcPts val="0"/>
              </a:spcBef>
              <a:spcAft>
                <a:spcPts val="0"/>
              </a:spcAft>
              <a:buNone/>
            </a:pPr>
            <a:r>
              <a:rPr lang="en-IN" sz="1500"/>
              <a:t>- **Length 3**: 14 trees</a:t>
            </a:r>
            <a:endParaRPr sz="1500"/>
          </a:p>
          <a:p>
            <a:pPr indent="0" lvl="0" marL="0" rtl="0" algn="l">
              <a:spcBef>
                <a:spcPts val="0"/>
              </a:spcBef>
              <a:spcAft>
                <a:spcPts val="0"/>
              </a:spcAft>
              <a:buNone/>
            </a:pPr>
            <a:r>
              <a:rPr lang="en-IN" sz="1500"/>
              <a:t>- **Length 4**: 36 trees</a:t>
            </a:r>
            <a:endParaRPr sz="1500"/>
          </a:p>
          <a:p>
            <a:pPr indent="0" lvl="0" marL="0" rtl="0" algn="l">
              <a:spcBef>
                <a:spcPts val="0"/>
              </a:spcBef>
              <a:spcAft>
                <a:spcPts val="0"/>
              </a:spcAft>
              <a:buNone/>
            </a:pPr>
            <a:r>
              <a:rPr lang="en-IN" sz="1500"/>
              <a:t>- **Length 5**: 80 trees</a:t>
            </a:r>
            <a:endParaRPr sz="1500"/>
          </a:p>
          <a:p>
            <a:pPr indent="0" lvl="0" marL="0" rtl="0" algn="l">
              <a:spcBef>
                <a:spcPts val="0"/>
              </a:spcBef>
              <a:spcAft>
                <a:spcPts val="0"/>
              </a:spcAft>
              <a:buClr>
                <a:schemeClr val="dk2"/>
              </a:buClr>
              <a:buSzPts val="1100"/>
              <a:buFont typeface="Arial"/>
              <a:buNone/>
            </a:pPr>
            <a:r>
              <a:t/>
            </a:r>
            <a:endParaRPr sz="1500"/>
          </a:p>
          <a:p>
            <a:pPr indent="0" lvl="0" marL="0" rtl="0" algn="l">
              <a:spcBef>
                <a:spcPts val="0"/>
              </a:spcBef>
              <a:spcAft>
                <a:spcPts val="0"/>
              </a:spcAft>
              <a:buClr>
                <a:schemeClr val="dk2"/>
              </a:buClr>
              <a:buSzPts val="1100"/>
              <a:buFont typeface="Arial"/>
              <a:buNone/>
            </a:pPr>
            <a:r>
              <a:t/>
            </a:r>
            <a:endParaRPr sz="1500"/>
          </a:p>
          <a:p>
            <a:pPr indent="0" lvl="0" marL="0" rtl="0" algn="l">
              <a:spcBef>
                <a:spcPts val="0"/>
              </a:spcBef>
              <a:spcAft>
                <a:spcPts val="0"/>
              </a:spcAft>
              <a:buNone/>
            </a:pPr>
            <a:r>
              <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7e46936505_1_0"/>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g37e46936505_1_0"/>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84" name="Google Shape;84;g37e46936505_1_0" title="c3-c4-c5-c6.png"/>
          <p:cNvPicPr preferRelativeResize="0"/>
          <p:nvPr/>
        </p:nvPicPr>
        <p:blipFill>
          <a:blip r:embed="rId3">
            <a:alphaModFix/>
          </a:blip>
          <a:stretch>
            <a:fillRect/>
          </a:stretch>
        </p:blipFill>
        <p:spPr>
          <a:xfrm>
            <a:off x="0" y="0"/>
            <a:ext cx="8272150" cy="5143500"/>
          </a:xfrm>
          <a:prstGeom prst="rect">
            <a:avLst/>
          </a:prstGeom>
          <a:noFill/>
          <a:ln>
            <a:noFill/>
          </a:ln>
        </p:spPr>
      </p:pic>
      <p:graphicFrame>
        <p:nvGraphicFramePr>
          <p:cNvPr id="85" name="Google Shape;85;g37e46936505_1_0"/>
          <p:cNvGraphicFramePr/>
          <p:nvPr/>
        </p:nvGraphicFramePr>
        <p:xfrm>
          <a:off x="311225" y="1849850"/>
          <a:ext cx="3000000" cy="3000000"/>
        </p:xfrm>
        <a:graphic>
          <a:graphicData uri="http://schemas.openxmlformats.org/drawingml/2006/table">
            <a:tbl>
              <a:tblPr>
                <a:noFill/>
                <a:tableStyleId>{4F7EE7D9-2BAC-46EC-BDD0-5C04F7D551BC}</a:tableStyleId>
              </a:tblPr>
              <a:tblGrid>
                <a:gridCol w="382850"/>
                <a:gridCol w="1288075"/>
                <a:gridCol w="996100"/>
              </a:tblGrid>
              <a:tr h="190500">
                <a:tc>
                  <a:txBody>
                    <a:bodyPr/>
                    <a:lstStyle/>
                    <a:p>
                      <a:pPr indent="0" lvl="0" marL="0" rtl="0" algn="ctr">
                        <a:lnSpc>
                          <a:spcPct val="115000"/>
                        </a:lnSpc>
                        <a:spcBef>
                          <a:spcPts val="0"/>
                        </a:spcBef>
                        <a:spcAft>
                          <a:spcPts val="0"/>
                        </a:spcAft>
                        <a:buNone/>
                      </a:pPr>
                      <a:r>
                        <a:rPr b="1" lang="en-IN" sz="1100"/>
                        <a:t>t</a:t>
                      </a:r>
                      <a:endParaRPr b="1" sz="1100"/>
                    </a:p>
                  </a:txBody>
                  <a:tcPr marT="91425" marB="91425" marR="91425" marL="91425"/>
                </a:tc>
                <a:tc>
                  <a:txBody>
                    <a:bodyPr/>
                    <a:lstStyle/>
                    <a:p>
                      <a:pPr indent="0" lvl="0" marL="0" rtl="0" algn="ctr">
                        <a:lnSpc>
                          <a:spcPct val="115000"/>
                        </a:lnSpc>
                        <a:spcBef>
                          <a:spcPts val="0"/>
                        </a:spcBef>
                        <a:spcAft>
                          <a:spcPts val="0"/>
                        </a:spcAft>
                        <a:buNone/>
                      </a:pPr>
                      <a:r>
                        <a:rPr b="1" lang="en-IN" sz="1100"/>
                        <a:t>Date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IN" sz="1100"/>
                        <a:t>Time</a:t>
                      </a:r>
                      <a:endParaRPr b="1" sz="1100"/>
                    </a:p>
                  </a:txBody>
                  <a:tcPr marT="91425" marB="91425" marR="91425" marL="91425"/>
                </a:tc>
              </a:tr>
              <a:tr h="190500">
                <a:tc>
                  <a:txBody>
                    <a:bodyPr/>
                    <a:lstStyle/>
                    <a:p>
                      <a:pPr indent="0" lvl="0" marL="0" rtl="0" algn="l">
                        <a:spcBef>
                          <a:spcPts val="0"/>
                        </a:spcBef>
                        <a:spcAft>
                          <a:spcPts val="0"/>
                        </a:spcAft>
                        <a:buNone/>
                      </a:pPr>
                      <a:r>
                        <a:rPr lang="en-IN"/>
                        <a:t>3</a:t>
                      </a:r>
                      <a:endParaRPr/>
                    </a:p>
                  </a:txBody>
                  <a:tcPr marT="91425" marB="91425" marR="91425" marL="91425"/>
                </a:tc>
                <a:tc>
                  <a:txBody>
                    <a:bodyPr/>
                    <a:lstStyle/>
                    <a:p>
                      <a:pPr indent="0" lvl="0" marL="0" rtl="0" algn="l">
                        <a:spcBef>
                          <a:spcPts val="0"/>
                        </a:spcBef>
                        <a:spcAft>
                          <a:spcPts val="0"/>
                        </a:spcAft>
                        <a:buNone/>
                      </a:pPr>
                      <a:r>
                        <a:rPr lang="en-IN"/>
                        <a:t>26/04/2025</a:t>
                      </a:r>
                      <a:endParaRPr/>
                    </a:p>
                  </a:txBody>
                  <a:tcPr marT="91425" marB="91425" marR="91425" marL="91425"/>
                </a:tc>
                <a:tc>
                  <a:txBody>
                    <a:bodyPr/>
                    <a:lstStyle/>
                    <a:p>
                      <a:pPr indent="0" lvl="0" marL="0" rtl="0" algn="l">
                        <a:spcBef>
                          <a:spcPts val="0"/>
                        </a:spcBef>
                        <a:spcAft>
                          <a:spcPts val="0"/>
                        </a:spcAft>
                        <a:buNone/>
                      </a:pPr>
                      <a:r>
                        <a:rPr lang="en-IN"/>
                        <a:t>12–1 pm</a:t>
                      </a:r>
                      <a:endParaRPr/>
                    </a:p>
                  </a:txBody>
                  <a:tcPr marT="91425" marB="91425" marR="91425" marL="91425"/>
                </a:tc>
              </a:tr>
              <a:tr h="190500">
                <a:tc>
                  <a:txBody>
                    <a:bodyPr/>
                    <a:lstStyle/>
                    <a:p>
                      <a:pPr indent="0" lvl="0" marL="0" rtl="0" algn="l">
                        <a:spcBef>
                          <a:spcPts val="0"/>
                        </a:spcBef>
                        <a:spcAft>
                          <a:spcPts val="0"/>
                        </a:spcAft>
                        <a:buNone/>
                      </a:pPr>
                      <a:r>
                        <a:rPr lang="en-IN"/>
                        <a:t>4</a:t>
                      </a:r>
                      <a:endParaRPr/>
                    </a:p>
                  </a:txBody>
                  <a:tcPr marT="91425" marB="91425" marR="91425" marL="91425"/>
                </a:tc>
                <a:tc>
                  <a:txBody>
                    <a:bodyPr/>
                    <a:lstStyle/>
                    <a:p>
                      <a:pPr indent="0" lvl="0" marL="0" rtl="0" algn="l">
                        <a:spcBef>
                          <a:spcPts val="0"/>
                        </a:spcBef>
                        <a:spcAft>
                          <a:spcPts val="0"/>
                        </a:spcAft>
                        <a:buNone/>
                      </a:pPr>
                      <a:r>
                        <a:rPr lang="en-IN"/>
                        <a:t>16/06/2025</a:t>
                      </a:r>
                      <a:endParaRPr/>
                    </a:p>
                  </a:txBody>
                  <a:tcPr marT="91425" marB="91425" marR="91425" marL="91425"/>
                </a:tc>
                <a:tc>
                  <a:txBody>
                    <a:bodyPr/>
                    <a:lstStyle/>
                    <a:p>
                      <a:pPr indent="0" lvl="0" marL="0" rtl="0" algn="l">
                        <a:spcBef>
                          <a:spcPts val="0"/>
                        </a:spcBef>
                        <a:spcAft>
                          <a:spcPts val="0"/>
                        </a:spcAft>
                        <a:buNone/>
                      </a:pPr>
                      <a:r>
                        <a:rPr lang="en-IN"/>
                        <a:t>1–2 pm</a:t>
                      </a:r>
                      <a:endParaRPr/>
                    </a:p>
                  </a:txBody>
                  <a:tcPr marT="91425" marB="91425" marR="91425" marL="91425"/>
                </a:tc>
              </a:tr>
              <a:tr h="190500">
                <a:tc>
                  <a:txBody>
                    <a:bodyPr/>
                    <a:lstStyle/>
                    <a:p>
                      <a:pPr indent="0" lvl="0" marL="0" rtl="0" algn="l">
                        <a:spcBef>
                          <a:spcPts val="0"/>
                        </a:spcBef>
                        <a:spcAft>
                          <a:spcPts val="0"/>
                        </a:spcAft>
                        <a:buNone/>
                      </a:pPr>
                      <a:r>
                        <a:rPr lang="en-IN"/>
                        <a:t>5</a:t>
                      </a:r>
                      <a:endParaRPr/>
                    </a:p>
                  </a:txBody>
                  <a:tcPr marT="91425" marB="91425" marR="91425" marL="91425"/>
                </a:tc>
                <a:tc>
                  <a:txBody>
                    <a:bodyPr/>
                    <a:lstStyle/>
                    <a:p>
                      <a:pPr indent="0" lvl="0" marL="0" rtl="0" algn="l">
                        <a:spcBef>
                          <a:spcPts val="0"/>
                        </a:spcBef>
                        <a:spcAft>
                          <a:spcPts val="0"/>
                        </a:spcAft>
                        <a:buNone/>
                      </a:pPr>
                      <a:r>
                        <a:rPr lang="en-IN"/>
                        <a:t>29/06/2025</a:t>
                      </a:r>
                      <a:endParaRPr/>
                    </a:p>
                  </a:txBody>
                  <a:tcPr marT="91425" marB="91425" marR="91425" marL="91425"/>
                </a:tc>
                <a:tc>
                  <a:txBody>
                    <a:bodyPr/>
                    <a:lstStyle/>
                    <a:p>
                      <a:pPr indent="0" lvl="0" marL="0" rtl="0" algn="l">
                        <a:spcBef>
                          <a:spcPts val="0"/>
                        </a:spcBef>
                        <a:spcAft>
                          <a:spcPts val="0"/>
                        </a:spcAft>
                        <a:buNone/>
                      </a:pPr>
                      <a:r>
                        <a:rPr lang="en-IN"/>
                        <a:t>1–2 pm</a:t>
                      </a:r>
                      <a:endParaRPr/>
                    </a:p>
                  </a:txBody>
                  <a:tcPr marT="91425" marB="91425" marR="91425" marL="91425"/>
                </a:tc>
              </a:tr>
              <a:tr h="190500">
                <a:tc>
                  <a:txBody>
                    <a:bodyPr/>
                    <a:lstStyle/>
                    <a:p>
                      <a:pPr indent="0" lvl="0" marL="0" rtl="0" algn="l">
                        <a:spcBef>
                          <a:spcPts val="0"/>
                        </a:spcBef>
                        <a:spcAft>
                          <a:spcPts val="0"/>
                        </a:spcAft>
                        <a:buNone/>
                      </a:pPr>
                      <a:r>
                        <a:rPr lang="en-IN"/>
                        <a:t>6</a:t>
                      </a:r>
                      <a:endParaRPr/>
                    </a:p>
                  </a:txBody>
                  <a:tcPr marT="91425" marB="91425" marR="91425" marL="91425"/>
                </a:tc>
                <a:tc>
                  <a:txBody>
                    <a:bodyPr/>
                    <a:lstStyle/>
                    <a:p>
                      <a:pPr indent="0" lvl="0" marL="0" rtl="0" algn="l">
                        <a:spcBef>
                          <a:spcPts val="0"/>
                        </a:spcBef>
                        <a:spcAft>
                          <a:spcPts val="0"/>
                        </a:spcAft>
                        <a:buNone/>
                      </a:pPr>
                      <a:r>
                        <a:rPr lang="en-IN"/>
                        <a:t>12/07/2025</a:t>
                      </a:r>
                      <a:endParaRPr/>
                    </a:p>
                  </a:txBody>
                  <a:tcPr marT="91425" marB="91425" marR="91425" marL="91425"/>
                </a:tc>
                <a:tc>
                  <a:txBody>
                    <a:bodyPr/>
                    <a:lstStyle/>
                    <a:p>
                      <a:pPr indent="0" lvl="0" marL="0" rtl="0" algn="l">
                        <a:spcBef>
                          <a:spcPts val="0"/>
                        </a:spcBef>
                        <a:spcAft>
                          <a:spcPts val="0"/>
                        </a:spcAft>
                        <a:buNone/>
                      </a:pPr>
                      <a:r>
                        <a:rPr lang="en-IN"/>
                        <a:t>12–1 pm</a:t>
                      </a:r>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37e46936505_1_9"/>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g37e46936505_1_9"/>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92" name="Google Shape;92;g37e46936505_1_9" title="c3-c4-c4-c4-c5.png"/>
          <p:cNvPicPr preferRelativeResize="0"/>
          <p:nvPr/>
        </p:nvPicPr>
        <p:blipFill>
          <a:blip r:embed="rId3">
            <a:alphaModFix/>
          </a:blip>
          <a:stretch>
            <a:fillRect/>
          </a:stretch>
        </p:blipFill>
        <p:spPr>
          <a:xfrm>
            <a:off x="812125" y="0"/>
            <a:ext cx="8331874" cy="5143500"/>
          </a:xfrm>
          <a:prstGeom prst="rect">
            <a:avLst/>
          </a:prstGeom>
          <a:noFill/>
          <a:ln>
            <a:noFill/>
          </a:ln>
        </p:spPr>
      </p:pic>
      <p:graphicFrame>
        <p:nvGraphicFramePr>
          <p:cNvPr id="93" name="Google Shape;93;g37e46936505_1_9"/>
          <p:cNvGraphicFramePr/>
          <p:nvPr/>
        </p:nvGraphicFramePr>
        <p:xfrm>
          <a:off x="0" y="0"/>
          <a:ext cx="3000000" cy="3000000"/>
        </p:xfrm>
        <a:graphic>
          <a:graphicData uri="http://schemas.openxmlformats.org/drawingml/2006/table">
            <a:tbl>
              <a:tblPr>
                <a:noFill/>
                <a:tableStyleId>{4F7EE7D9-2BAC-46EC-BDD0-5C04F7D551BC}</a:tableStyleId>
              </a:tblPr>
              <a:tblGrid>
                <a:gridCol w="382850"/>
                <a:gridCol w="1288075"/>
                <a:gridCol w="996100"/>
              </a:tblGrid>
              <a:tr h="190500">
                <a:tc>
                  <a:txBody>
                    <a:bodyPr/>
                    <a:lstStyle/>
                    <a:p>
                      <a:pPr indent="0" lvl="0" marL="0" rtl="0" algn="ctr">
                        <a:lnSpc>
                          <a:spcPct val="115000"/>
                        </a:lnSpc>
                        <a:spcBef>
                          <a:spcPts val="0"/>
                        </a:spcBef>
                        <a:spcAft>
                          <a:spcPts val="0"/>
                        </a:spcAft>
                        <a:buNone/>
                      </a:pPr>
                      <a:r>
                        <a:rPr b="1" lang="en-IN" sz="1100"/>
                        <a:t>t</a:t>
                      </a:r>
                      <a:endParaRPr b="1" sz="1100"/>
                    </a:p>
                  </a:txBody>
                  <a:tcPr marT="91425" marB="91425" marR="91425" marL="91425"/>
                </a:tc>
                <a:tc>
                  <a:txBody>
                    <a:bodyPr/>
                    <a:lstStyle/>
                    <a:p>
                      <a:pPr indent="0" lvl="0" marL="0" rtl="0" algn="ctr">
                        <a:lnSpc>
                          <a:spcPct val="115000"/>
                        </a:lnSpc>
                        <a:spcBef>
                          <a:spcPts val="0"/>
                        </a:spcBef>
                        <a:spcAft>
                          <a:spcPts val="0"/>
                        </a:spcAft>
                        <a:buNone/>
                      </a:pPr>
                      <a:r>
                        <a:rPr b="1" lang="en-IN" sz="1100"/>
                        <a:t>Date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IN" sz="1100"/>
                        <a:t>Time</a:t>
                      </a:r>
                      <a:endParaRPr b="1" sz="1100"/>
                    </a:p>
                  </a:txBody>
                  <a:tcPr marT="91425" marB="91425" marR="91425" marL="91425"/>
                </a:tc>
              </a:tr>
              <a:tr h="190500">
                <a:tc>
                  <a:txBody>
                    <a:bodyPr/>
                    <a:lstStyle/>
                    <a:p>
                      <a:pPr indent="0" lvl="0" marL="0" rtl="0" algn="l">
                        <a:spcBef>
                          <a:spcPts val="0"/>
                        </a:spcBef>
                        <a:spcAft>
                          <a:spcPts val="0"/>
                        </a:spcAft>
                        <a:buNone/>
                      </a:pPr>
                      <a:r>
                        <a:rPr lang="en-IN"/>
                        <a:t>3</a:t>
                      </a:r>
                      <a:endParaRPr/>
                    </a:p>
                  </a:txBody>
                  <a:tcPr marT="91425" marB="91425" marR="91425" marL="91425"/>
                </a:tc>
                <a:tc>
                  <a:txBody>
                    <a:bodyPr/>
                    <a:lstStyle/>
                    <a:p>
                      <a:pPr indent="0" lvl="0" marL="0" rtl="0" algn="l">
                        <a:spcBef>
                          <a:spcPts val="0"/>
                        </a:spcBef>
                        <a:spcAft>
                          <a:spcPts val="0"/>
                        </a:spcAft>
                        <a:buNone/>
                      </a:pPr>
                      <a:r>
                        <a:rPr lang="en-IN"/>
                        <a:t>26/04/2025</a:t>
                      </a:r>
                      <a:endParaRPr/>
                    </a:p>
                  </a:txBody>
                  <a:tcPr marT="91425" marB="91425" marR="91425" marL="91425"/>
                </a:tc>
                <a:tc>
                  <a:txBody>
                    <a:bodyPr/>
                    <a:lstStyle/>
                    <a:p>
                      <a:pPr indent="0" lvl="0" marL="0" rtl="0" algn="l">
                        <a:spcBef>
                          <a:spcPts val="0"/>
                        </a:spcBef>
                        <a:spcAft>
                          <a:spcPts val="0"/>
                        </a:spcAft>
                        <a:buNone/>
                      </a:pPr>
                      <a:r>
                        <a:rPr lang="en-IN"/>
                        <a:t>12–1 pm</a:t>
                      </a:r>
                      <a:endParaRPr/>
                    </a:p>
                  </a:txBody>
                  <a:tcPr marT="91425" marB="91425" marR="91425" marL="91425"/>
                </a:tc>
              </a:tr>
              <a:tr h="190500">
                <a:tc>
                  <a:txBody>
                    <a:bodyPr/>
                    <a:lstStyle/>
                    <a:p>
                      <a:pPr indent="0" lvl="0" marL="0" rtl="0" algn="l">
                        <a:spcBef>
                          <a:spcPts val="0"/>
                        </a:spcBef>
                        <a:spcAft>
                          <a:spcPts val="0"/>
                        </a:spcAft>
                        <a:buNone/>
                      </a:pPr>
                      <a:r>
                        <a:rPr lang="en-IN"/>
                        <a:t>4</a:t>
                      </a:r>
                      <a:endParaRPr/>
                    </a:p>
                  </a:txBody>
                  <a:tcPr marT="91425" marB="91425" marR="91425" marL="91425"/>
                </a:tc>
                <a:tc>
                  <a:txBody>
                    <a:bodyPr/>
                    <a:lstStyle/>
                    <a:p>
                      <a:pPr indent="0" lvl="0" marL="0" rtl="0" algn="l">
                        <a:spcBef>
                          <a:spcPts val="0"/>
                        </a:spcBef>
                        <a:spcAft>
                          <a:spcPts val="0"/>
                        </a:spcAft>
                        <a:buNone/>
                      </a:pPr>
                      <a:r>
                        <a:rPr lang="en-IN"/>
                        <a:t>16/06/2025</a:t>
                      </a:r>
                      <a:endParaRPr/>
                    </a:p>
                  </a:txBody>
                  <a:tcPr marT="91425" marB="91425" marR="91425" marL="91425"/>
                </a:tc>
                <a:tc>
                  <a:txBody>
                    <a:bodyPr/>
                    <a:lstStyle/>
                    <a:p>
                      <a:pPr indent="0" lvl="0" marL="0" rtl="0" algn="l">
                        <a:spcBef>
                          <a:spcPts val="0"/>
                        </a:spcBef>
                        <a:spcAft>
                          <a:spcPts val="0"/>
                        </a:spcAft>
                        <a:buNone/>
                      </a:pPr>
                      <a:r>
                        <a:rPr lang="en-IN"/>
                        <a:t>1–2 pm</a:t>
                      </a:r>
                      <a:endParaRPr/>
                    </a:p>
                  </a:txBody>
                  <a:tcPr marT="91425" marB="91425" marR="91425" marL="91425"/>
                </a:tc>
              </a:tr>
              <a:tr h="190500">
                <a:tc>
                  <a:txBody>
                    <a:bodyPr/>
                    <a:lstStyle/>
                    <a:p>
                      <a:pPr indent="0" lvl="0" marL="0" rtl="0" algn="l">
                        <a:spcBef>
                          <a:spcPts val="0"/>
                        </a:spcBef>
                        <a:spcAft>
                          <a:spcPts val="0"/>
                        </a:spcAft>
                        <a:buNone/>
                      </a:pPr>
                      <a:r>
                        <a:rPr lang="en-IN"/>
                        <a:t>5</a:t>
                      </a:r>
                      <a:endParaRPr/>
                    </a:p>
                  </a:txBody>
                  <a:tcPr marT="91425" marB="91425" marR="91425" marL="91425"/>
                </a:tc>
                <a:tc>
                  <a:txBody>
                    <a:bodyPr/>
                    <a:lstStyle/>
                    <a:p>
                      <a:pPr indent="0" lvl="0" marL="0" rtl="0" algn="l">
                        <a:spcBef>
                          <a:spcPts val="0"/>
                        </a:spcBef>
                        <a:spcAft>
                          <a:spcPts val="0"/>
                        </a:spcAft>
                        <a:buNone/>
                      </a:pPr>
                      <a:r>
                        <a:rPr lang="en-IN"/>
                        <a:t>29/06/2025</a:t>
                      </a:r>
                      <a:endParaRPr/>
                    </a:p>
                  </a:txBody>
                  <a:tcPr marT="91425" marB="91425" marR="91425" marL="91425"/>
                </a:tc>
                <a:tc>
                  <a:txBody>
                    <a:bodyPr/>
                    <a:lstStyle/>
                    <a:p>
                      <a:pPr indent="0" lvl="0" marL="0" rtl="0" algn="l">
                        <a:spcBef>
                          <a:spcPts val="0"/>
                        </a:spcBef>
                        <a:spcAft>
                          <a:spcPts val="0"/>
                        </a:spcAft>
                        <a:buNone/>
                      </a:pPr>
                      <a:r>
                        <a:rPr lang="en-IN"/>
                        <a:t>1–2 pm</a:t>
                      </a:r>
                      <a:endParaRPr/>
                    </a:p>
                  </a:txBody>
                  <a:tcPr marT="91425" marB="91425" marR="91425" marL="91425"/>
                </a:tc>
              </a:tr>
              <a:tr h="190500">
                <a:tc>
                  <a:txBody>
                    <a:bodyPr/>
                    <a:lstStyle/>
                    <a:p>
                      <a:pPr indent="0" lvl="0" marL="0" rtl="0" algn="l">
                        <a:spcBef>
                          <a:spcPts val="0"/>
                        </a:spcBef>
                        <a:spcAft>
                          <a:spcPts val="0"/>
                        </a:spcAft>
                        <a:buNone/>
                      </a:pPr>
                      <a:r>
                        <a:rPr lang="en-IN"/>
                        <a:t>6</a:t>
                      </a:r>
                      <a:endParaRPr/>
                    </a:p>
                  </a:txBody>
                  <a:tcPr marT="91425" marB="91425" marR="91425" marL="91425"/>
                </a:tc>
                <a:tc>
                  <a:txBody>
                    <a:bodyPr/>
                    <a:lstStyle/>
                    <a:p>
                      <a:pPr indent="0" lvl="0" marL="0" rtl="0" algn="l">
                        <a:spcBef>
                          <a:spcPts val="0"/>
                        </a:spcBef>
                        <a:spcAft>
                          <a:spcPts val="0"/>
                        </a:spcAft>
                        <a:buNone/>
                      </a:pPr>
                      <a:r>
                        <a:rPr lang="en-IN"/>
                        <a:t>12/07/2025</a:t>
                      </a:r>
                      <a:endParaRPr/>
                    </a:p>
                  </a:txBody>
                  <a:tcPr marT="91425" marB="91425" marR="91425" marL="91425"/>
                </a:tc>
                <a:tc>
                  <a:txBody>
                    <a:bodyPr/>
                    <a:lstStyle/>
                    <a:p>
                      <a:pPr indent="0" lvl="0" marL="0" rtl="0" algn="l">
                        <a:spcBef>
                          <a:spcPts val="0"/>
                        </a:spcBef>
                        <a:spcAft>
                          <a:spcPts val="0"/>
                        </a:spcAft>
                        <a:buNone/>
                      </a:pPr>
                      <a:r>
                        <a:rPr lang="en-IN"/>
                        <a:t>12–1 pm</a:t>
                      </a:r>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7e46936505_1_18"/>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g37e46936505_1_18"/>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00" name="Google Shape;100;g37e46936505_1_18" title="c3-c4-c5c5-c666666.png"/>
          <p:cNvPicPr preferRelativeResize="0"/>
          <p:nvPr/>
        </p:nvPicPr>
        <p:blipFill>
          <a:blip r:embed="rId3">
            <a:alphaModFix/>
          </a:blip>
          <a:stretch>
            <a:fillRect/>
          </a:stretch>
        </p:blipFill>
        <p:spPr>
          <a:xfrm>
            <a:off x="917596" y="0"/>
            <a:ext cx="8151208" cy="5143500"/>
          </a:xfrm>
          <a:prstGeom prst="rect">
            <a:avLst/>
          </a:prstGeom>
          <a:noFill/>
          <a:ln>
            <a:noFill/>
          </a:ln>
        </p:spPr>
      </p:pic>
      <p:graphicFrame>
        <p:nvGraphicFramePr>
          <p:cNvPr id="101" name="Google Shape;101;g37e46936505_1_18"/>
          <p:cNvGraphicFramePr/>
          <p:nvPr/>
        </p:nvGraphicFramePr>
        <p:xfrm>
          <a:off x="6064675" y="575950"/>
          <a:ext cx="3000000" cy="3000000"/>
        </p:xfrm>
        <a:graphic>
          <a:graphicData uri="http://schemas.openxmlformats.org/drawingml/2006/table">
            <a:tbl>
              <a:tblPr>
                <a:noFill/>
                <a:tableStyleId>{4F7EE7D9-2BAC-46EC-BDD0-5C04F7D551BC}</a:tableStyleId>
              </a:tblPr>
              <a:tblGrid>
                <a:gridCol w="382850"/>
                <a:gridCol w="1288075"/>
                <a:gridCol w="996100"/>
              </a:tblGrid>
              <a:tr h="190500">
                <a:tc>
                  <a:txBody>
                    <a:bodyPr/>
                    <a:lstStyle/>
                    <a:p>
                      <a:pPr indent="0" lvl="0" marL="0" rtl="0" algn="ctr">
                        <a:lnSpc>
                          <a:spcPct val="115000"/>
                        </a:lnSpc>
                        <a:spcBef>
                          <a:spcPts val="0"/>
                        </a:spcBef>
                        <a:spcAft>
                          <a:spcPts val="0"/>
                        </a:spcAft>
                        <a:buNone/>
                      </a:pPr>
                      <a:r>
                        <a:rPr b="1" lang="en-IN" sz="1100"/>
                        <a:t>t</a:t>
                      </a:r>
                      <a:endParaRPr b="1" sz="1100"/>
                    </a:p>
                  </a:txBody>
                  <a:tcPr marT="91425" marB="91425" marR="91425" marL="91425"/>
                </a:tc>
                <a:tc>
                  <a:txBody>
                    <a:bodyPr/>
                    <a:lstStyle/>
                    <a:p>
                      <a:pPr indent="0" lvl="0" marL="0" rtl="0" algn="ctr">
                        <a:lnSpc>
                          <a:spcPct val="115000"/>
                        </a:lnSpc>
                        <a:spcBef>
                          <a:spcPts val="0"/>
                        </a:spcBef>
                        <a:spcAft>
                          <a:spcPts val="0"/>
                        </a:spcAft>
                        <a:buNone/>
                      </a:pPr>
                      <a:r>
                        <a:rPr b="1" lang="en-IN" sz="1100"/>
                        <a:t>Date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IN" sz="1100"/>
                        <a:t>Time</a:t>
                      </a:r>
                      <a:endParaRPr b="1" sz="1100"/>
                    </a:p>
                  </a:txBody>
                  <a:tcPr marT="91425" marB="91425" marR="91425" marL="91425"/>
                </a:tc>
              </a:tr>
              <a:tr h="190500">
                <a:tc>
                  <a:txBody>
                    <a:bodyPr/>
                    <a:lstStyle/>
                    <a:p>
                      <a:pPr indent="0" lvl="0" marL="0" rtl="0" algn="l">
                        <a:spcBef>
                          <a:spcPts val="0"/>
                        </a:spcBef>
                        <a:spcAft>
                          <a:spcPts val="0"/>
                        </a:spcAft>
                        <a:buNone/>
                      </a:pPr>
                      <a:r>
                        <a:rPr lang="en-IN"/>
                        <a:t>3</a:t>
                      </a:r>
                      <a:endParaRPr/>
                    </a:p>
                  </a:txBody>
                  <a:tcPr marT="91425" marB="91425" marR="91425" marL="91425"/>
                </a:tc>
                <a:tc>
                  <a:txBody>
                    <a:bodyPr/>
                    <a:lstStyle/>
                    <a:p>
                      <a:pPr indent="0" lvl="0" marL="0" rtl="0" algn="l">
                        <a:spcBef>
                          <a:spcPts val="0"/>
                        </a:spcBef>
                        <a:spcAft>
                          <a:spcPts val="0"/>
                        </a:spcAft>
                        <a:buNone/>
                      </a:pPr>
                      <a:r>
                        <a:rPr lang="en-IN"/>
                        <a:t>26/04/2025</a:t>
                      </a:r>
                      <a:endParaRPr/>
                    </a:p>
                  </a:txBody>
                  <a:tcPr marT="91425" marB="91425" marR="91425" marL="91425"/>
                </a:tc>
                <a:tc>
                  <a:txBody>
                    <a:bodyPr/>
                    <a:lstStyle/>
                    <a:p>
                      <a:pPr indent="0" lvl="0" marL="0" rtl="0" algn="l">
                        <a:spcBef>
                          <a:spcPts val="0"/>
                        </a:spcBef>
                        <a:spcAft>
                          <a:spcPts val="0"/>
                        </a:spcAft>
                        <a:buNone/>
                      </a:pPr>
                      <a:r>
                        <a:rPr lang="en-IN"/>
                        <a:t>12–1 pm</a:t>
                      </a:r>
                      <a:endParaRPr/>
                    </a:p>
                  </a:txBody>
                  <a:tcPr marT="91425" marB="91425" marR="91425" marL="91425"/>
                </a:tc>
              </a:tr>
              <a:tr h="190500">
                <a:tc>
                  <a:txBody>
                    <a:bodyPr/>
                    <a:lstStyle/>
                    <a:p>
                      <a:pPr indent="0" lvl="0" marL="0" rtl="0" algn="l">
                        <a:spcBef>
                          <a:spcPts val="0"/>
                        </a:spcBef>
                        <a:spcAft>
                          <a:spcPts val="0"/>
                        </a:spcAft>
                        <a:buNone/>
                      </a:pPr>
                      <a:r>
                        <a:rPr lang="en-IN"/>
                        <a:t>4</a:t>
                      </a:r>
                      <a:endParaRPr/>
                    </a:p>
                  </a:txBody>
                  <a:tcPr marT="91425" marB="91425" marR="91425" marL="91425"/>
                </a:tc>
                <a:tc>
                  <a:txBody>
                    <a:bodyPr/>
                    <a:lstStyle/>
                    <a:p>
                      <a:pPr indent="0" lvl="0" marL="0" rtl="0" algn="l">
                        <a:spcBef>
                          <a:spcPts val="0"/>
                        </a:spcBef>
                        <a:spcAft>
                          <a:spcPts val="0"/>
                        </a:spcAft>
                        <a:buNone/>
                      </a:pPr>
                      <a:r>
                        <a:rPr lang="en-IN"/>
                        <a:t>16/06/2025</a:t>
                      </a:r>
                      <a:endParaRPr/>
                    </a:p>
                  </a:txBody>
                  <a:tcPr marT="91425" marB="91425" marR="91425" marL="91425"/>
                </a:tc>
                <a:tc>
                  <a:txBody>
                    <a:bodyPr/>
                    <a:lstStyle/>
                    <a:p>
                      <a:pPr indent="0" lvl="0" marL="0" rtl="0" algn="l">
                        <a:spcBef>
                          <a:spcPts val="0"/>
                        </a:spcBef>
                        <a:spcAft>
                          <a:spcPts val="0"/>
                        </a:spcAft>
                        <a:buNone/>
                      </a:pPr>
                      <a:r>
                        <a:rPr lang="en-IN"/>
                        <a:t>1–2 pm</a:t>
                      </a:r>
                      <a:endParaRPr/>
                    </a:p>
                  </a:txBody>
                  <a:tcPr marT="91425" marB="91425" marR="91425" marL="91425"/>
                </a:tc>
              </a:tr>
              <a:tr h="190500">
                <a:tc>
                  <a:txBody>
                    <a:bodyPr/>
                    <a:lstStyle/>
                    <a:p>
                      <a:pPr indent="0" lvl="0" marL="0" rtl="0" algn="l">
                        <a:spcBef>
                          <a:spcPts val="0"/>
                        </a:spcBef>
                        <a:spcAft>
                          <a:spcPts val="0"/>
                        </a:spcAft>
                        <a:buNone/>
                      </a:pPr>
                      <a:r>
                        <a:rPr lang="en-IN"/>
                        <a:t>5</a:t>
                      </a:r>
                      <a:endParaRPr/>
                    </a:p>
                  </a:txBody>
                  <a:tcPr marT="91425" marB="91425" marR="91425" marL="91425"/>
                </a:tc>
                <a:tc>
                  <a:txBody>
                    <a:bodyPr/>
                    <a:lstStyle/>
                    <a:p>
                      <a:pPr indent="0" lvl="0" marL="0" rtl="0" algn="l">
                        <a:spcBef>
                          <a:spcPts val="0"/>
                        </a:spcBef>
                        <a:spcAft>
                          <a:spcPts val="0"/>
                        </a:spcAft>
                        <a:buNone/>
                      </a:pPr>
                      <a:r>
                        <a:rPr lang="en-IN"/>
                        <a:t>29/06/2025</a:t>
                      </a:r>
                      <a:endParaRPr/>
                    </a:p>
                  </a:txBody>
                  <a:tcPr marT="91425" marB="91425" marR="91425" marL="91425"/>
                </a:tc>
                <a:tc>
                  <a:txBody>
                    <a:bodyPr/>
                    <a:lstStyle/>
                    <a:p>
                      <a:pPr indent="0" lvl="0" marL="0" rtl="0" algn="l">
                        <a:spcBef>
                          <a:spcPts val="0"/>
                        </a:spcBef>
                        <a:spcAft>
                          <a:spcPts val="0"/>
                        </a:spcAft>
                        <a:buNone/>
                      </a:pPr>
                      <a:r>
                        <a:rPr lang="en-IN"/>
                        <a:t>1–2 pm</a:t>
                      </a:r>
                      <a:endParaRPr/>
                    </a:p>
                  </a:txBody>
                  <a:tcPr marT="91425" marB="91425" marR="91425" marL="91425"/>
                </a:tc>
              </a:tr>
              <a:tr h="190500">
                <a:tc>
                  <a:txBody>
                    <a:bodyPr/>
                    <a:lstStyle/>
                    <a:p>
                      <a:pPr indent="0" lvl="0" marL="0" rtl="0" algn="l">
                        <a:spcBef>
                          <a:spcPts val="0"/>
                        </a:spcBef>
                        <a:spcAft>
                          <a:spcPts val="0"/>
                        </a:spcAft>
                        <a:buNone/>
                      </a:pPr>
                      <a:r>
                        <a:rPr lang="en-IN"/>
                        <a:t>6</a:t>
                      </a:r>
                      <a:endParaRPr/>
                    </a:p>
                  </a:txBody>
                  <a:tcPr marT="91425" marB="91425" marR="91425" marL="91425"/>
                </a:tc>
                <a:tc>
                  <a:txBody>
                    <a:bodyPr/>
                    <a:lstStyle/>
                    <a:p>
                      <a:pPr indent="0" lvl="0" marL="0" rtl="0" algn="l">
                        <a:spcBef>
                          <a:spcPts val="0"/>
                        </a:spcBef>
                        <a:spcAft>
                          <a:spcPts val="0"/>
                        </a:spcAft>
                        <a:buNone/>
                      </a:pPr>
                      <a:r>
                        <a:rPr lang="en-IN"/>
                        <a:t>12/07/2025</a:t>
                      </a:r>
                      <a:endParaRPr/>
                    </a:p>
                  </a:txBody>
                  <a:tcPr marT="91425" marB="91425" marR="91425" marL="91425"/>
                </a:tc>
                <a:tc>
                  <a:txBody>
                    <a:bodyPr/>
                    <a:lstStyle/>
                    <a:p>
                      <a:pPr indent="0" lvl="0" marL="0" rtl="0" algn="l">
                        <a:spcBef>
                          <a:spcPts val="0"/>
                        </a:spcBef>
                        <a:spcAft>
                          <a:spcPts val="0"/>
                        </a:spcAft>
                        <a:buNone/>
                      </a:pPr>
                      <a:r>
                        <a:rPr lang="en-IN"/>
                        <a:t>12–1 pm</a:t>
                      </a:r>
                      <a:endParaRPr/>
                    </a:p>
                  </a:txBody>
                  <a:tcPr marT="91425" marB="91425" marR="91425" marL="91425"/>
                </a:tc>
              </a:tr>
            </a:tbl>
          </a:graphicData>
        </a:graphic>
      </p:graphicFrame>
      <p:sp>
        <p:nvSpPr>
          <p:cNvPr id="102" name="Google Shape;102;g37e46936505_1_18"/>
          <p:cNvSpPr txBox="1"/>
          <p:nvPr/>
        </p:nvSpPr>
        <p:spPr>
          <a:xfrm>
            <a:off x="225600" y="451175"/>
            <a:ext cx="2812500" cy="228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1800">
                <a:solidFill>
                  <a:schemeClr val="dk2"/>
                </a:solidFill>
                <a:latin typeface="Lato"/>
                <a:ea typeface="Lato"/>
                <a:cs typeface="Lato"/>
                <a:sym typeface="Lato"/>
              </a:rPr>
              <a:t>Here the issue is we are getting too many c6 because IOU threshold being set too low, therefore we came up with the idea of not only relying completely on IOU, instead rely on similarity Score</a:t>
            </a:r>
            <a:endParaRPr sz="1800">
              <a:solidFill>
                <a:schemeClr val="dk2"/>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7deefe389a_0_17"/>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Web App for tracking Visualisation</a:t>
            </a:r>
            <a:endParaRPr/>
          </a:p>
        </p:txBody>
      </p:sp>
      <p:pic>
        <p:nvPicPr>
          <p:cNvPr id="108" name="Google Shape;108;g37deefe389a_0_17"/>
          <p:cNvPicPr preferRelativeResize="0"/>
          <p:nvPr/>
        </p:nvPicPr>
        <p:blipFill>
          <a:blip r:embed="rId3">
            <a:alphaModFix/>
          </a:blip>
          <a:stretch>
            <a:fillRect/>
          </a:stretch>
        </p:blipFill>
        <p:spPr>
          <a:xfrm>
            <a:off x="318225" y="1514862"/>
            <a:ext cx="4200724" cy="3609976"/>
          </a:xfrm>
          <a:prstGeom prst="rect">
            <a:avLst/>
          </a:prstGeom>
          <a:noFill/>
          <a:ln>
            <a:noFill/>
          </a:ln>
        </p:spPr>
      </p:pic>
      <p:pic>
        <p:nvPicPr>
          <p:cNvPr id="109" name="Google Shape;109;g37deefe389a_0_17"/>
          <p:cNvPicPr preferRelativeResize="0"/>
          <p:nvPr/>
        </p:nvPicPr>
        <p:blipFill>
          <a:blip r:embed="rId4">
            <a:alphaModFix/>
          </a:blip>
          <a:stretch>
            <a:fillRect/>
          </a:stretch>
        </p:blipFill>
        <p:spPr>
          <a:xfrm>
            <a:off x="4625025" y="1487500"/>
            <a:ext cx="4264376" cy="366469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