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63" r:id="rId4"/>
    <p:sldId id="264" r:id="rId5"/>
    <p:sldId id="265" r:id="rId6"/>
    <p:sldId id="266" r:id="rId7"/>
    <p:sldId id="267" r:id="rId8"/>
    <p:sldId id="268" r:id="rId9"/>
    <p:sldId id="262" r:id="rId10"/>
  </p:sldIdLst>
  <p:sldSz cx="9144000" cy="5143500" type="screen16x9"/>
  <p:notesSz cx="6858000" cy="9144000"/>
  <p:embeddedFontLst>
    <p:embeddedFont>
      <p:font typeface="Lato" panose="020F0502020204030203" pitchFamily="34" charset="0"/>
      <p:regular r:id="rId12"/>
      <p:bold r:id="rId13"/>
      <p:italic r:id="rId14"/>
      <p:boldItalic r:id="rId15"/>
    </p:embeddedFont>
    <p:embeddedFont>
      <p:font typeface="Raleway" pitchFamily="2" charset="77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8E1FF3-05A2-42A6-8123-1A199361CE0D}">
  <a:tblStyle styleId="{2C8E1FF3-05A2-42A6-8123-1A199361CE0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43"/>
    <p:restoredTop sz="94650"/>
  </p:normalViewPr>
  <p:slideViewPr>
    <p:cSldViewPr snapToGrid="0">
      <p:cViewPr varScale="1">
        <p:scale>
          <a:sx n="124" d="100"/>
          <a:sy n="124" d="100"/>
        </p:scale>
        <p:origin x="176" y="7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6:10:37.2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1095 957 24575,'0'-23'0,"0"-6"0,0-11 0,0-4 0,0 3 0,0 11 0,0 14 0,0 3 0,0 2 0,0-2 0,0-5 0,0-7 0,0-5 0,0 0 0,0 4 0,0 8 0,0 5 0,0 4 0,0-2 0,-3-14 0,-1-13 0,0-16 0,0-2 0,2 11 0,-1 9 0,1 7 0,0 0 0,2-1 0,0 5 0,0 8 0,0 4 0,0 4 0,0 0 0,0 0 0,0 1 0,-6-1 0,0 1 0,0 1 0,0-1 0,6-1 0,-1-1 0,1-1 0,-2 1 0,-3 3 0,-3 3 0,-4 2 0,1 3 0,-2 4 0,0 4 0,-1 3 0,-4 2 0,0-3 0,0 0 0,-1-1 0,-1-2 0,0 2 0,3-2 0,5 0 0,1-1 0,4-2 0,0-1 0,-1-1 0,1 1 0,-1-2 0,0 0 0,-1 0 0,-2 0 0,-3 1 0,-6 2 0,-6-2 0,-4 2 0,-3 0 0,0-1 0,-1 1 0,5-3 0,5 0 0,6-2 0,6 0 0,2 0 0,0 0 0,-1 0 0,-3 0 0,-5 0 0,-5 0 0,-1 2 0,0 0 0,1 0 0,2 0 0,2-1 0,4-1 0,1 0 0,-1 0 0,-2 2 0,-11 1 0,-5-1 0,-4 1 0,7-1 0,10 0 0,8 1 0,5 0 0,0-1 0,1 0 0,-1-1 0,2-1 0,2 0 0,16 0 0,6 2 0,12 2 0,-2-1 0,-2 0 0,-4-3 0,0 0 0,-3 0 0,-1 2 0,0 0 0,0 1 0,-1 1 0,-1 0 0,-1 0 0,0 0 0,1 0 0,2 1 0,0 0 0,-4-1 0,-2 0 0,-1 0 0,-1 1 0,0 1 0,0 0 0,-1 0 0,-1 3 0,3 1 0,2 1 0,3 2 0,0-2 0,-1 1 0,1-2 0,-3-1 0,2 0 0,-1 1 0,-2 0 0,3 1 0,1 0 0,0-1 0,2 1 0,0 3 0,6 3 0,8 3 0,6 2 0,3 0 0,-7-2 0,-11-6 0,-7-4 0,-7-4 0,-3 0 0,0 2 0,-3 1 0,2 0 0,0-1 0,3 1 0,2 2 0,1 3 0,1 2 0,0 2 0,1 0 0,1 0 0,-1 0 0,-1-3 0,-3-1 0,-2-4 0,-2-1 0,1-1 0,-1 1 0,1-3 0,-2 1 0,-2-3 0,0-16 0,-2-1 0,0-15 0,0 6 0,0 4 0,-2 1 0,-3 1 0,0-1 0,-1-1 0,1 0 0,3 0 0,0 3 0,2 1 0,0 4 0,0 1 0,0 1 0,0 0 0,0 1 0,0-1 0,0 1 0,0-1 0,0-1 0,0-1 0,0-3 0,0-5 0,0-9 0,0-11 0,0-7 0,0-1 0,0 5 0,0 8 0,-1 11 0,-3 9 0,-7 8 0,-13 4 0,-17 1 0,-10 0 0,0 0 0,9 0 0,12 0 0,9 0 0,5 0 0,4 0 0,1 0 0,2 0 0,2 0 0,-2 0 0,-2 0 0,-2 0 0,-1 0 0,0 0 0,0 0 0,2 0 0,0 0 0,-1 0 0,1 0 0,-1 0 0,-1 0 0,4 3 0,1 2 0,5 1 0,13-1 0,14-2 0,16-2 0,6-1 0,-1 0 0,-6 0 0,-4 0 0,-1 0 0,1 0 0,8-3 0,4-4 0,-2-2 0,-8-3 0,-8 4 0,-10 4 0,-5 2 0,-3 2 0,-3-1 0,-1-1 0,0-1 0,0 2 0,-1-1 0,0 0 0,-1-1 0,-5-1 0,-9 2 0,-14 0 0,-10 2 0,-7 0 0,-2 0 0,7 0 0,4 0 0,11 0 0,10-2 0,5-2 0,10 0 0,5 0 0,4 2 0,2 2 0,-4-1 0,-1-1 0,2-1 0,-3-1 0,2-5 0,3-5 0,7-4 0,2 3 0,1 6 0,-9 7 0,-10 6 0,-7 3 0,-7 1 0,-5 2 0,0-3 0,1 0 0,1-1 0,1 2 0,2 2 0,0 2 0,1 1 0,2-1 0,-1 1 0,2 3 0,0 6 0,0 3 0,-1 4 0,-2-2 0,1-1 0,2 0 0,3-4 0,2-1 0,0-5 0,0-1 0,0-1 0,0-1 0,0 0 0,0 0 0,2-4 0,1-1 0,2-3 0,1-3 0,-1-1 0,4-1 0,0 1 0,0-1 0,1 0 0,-2 0 0,1 0 0,0 0 0,1 0 0,-1-5 0,0-4 0,-4-6 0,-2-3 0,-1 0 0,-2 0 0,0 3 0,0 2 0,0 3 0,0 3 0,0 0 0,-2 2 0,-1-1 0,0-1 0,0-1 0,1-2 0,0 0 0,-2 0 0,-1-2 0,-2 1 0,-4 1 0,-1 2 0,-5 4 0,-5-1 0,-9 2 0,-13 0 0,-9 1 0,-8 2 0,1 0 0,11 0 0,11 0 0,14 0 0,9 0 0,5 0 0,4 2 0,1 1 0,4 3 0,1 1 0,8-2 0,10 2 0,9 1 0,8 1 0,-2 1 0,-5-1 0,-4-3 0,-5-1 0,-3-1 0,-3-2 0,-2 2 0,-1-1 0,-3 0 0,0-1 0,-1-1 0,-1 4 0,2 3 0,-2 3 0,-1 1 0,-1-2 0,-2-1 0,-1-1 0,0 0 0,-1-2 0,0-2 0,1-2 0,2 2 0,2-1 0,1 1 0,1 0 0,-3-3 0,0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6:10:45.0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0 683 24575,'0'-43'0,"0"4"0,0 8 0,0 11 0,2 8 0,-1 3 0,1-2 0,0 1 0,-1 3 0,1-1 0,0 0 0,-1-5 0,0-8 0,-1-10 0,0-3 0,0 4 0,0 4 0,2 10 0,0 3 0,1 2 0,-2 2 0,-1 2 0,0-1 0,0 1 0,0-1 0,0-1 0,0 2 0,0 0 0,0 1 0,0-2 0,0-2 0,0-1 0,0-1 0,0 2 0,0 1 0,0 2 0,0-4 0,0-3 0,0-10 0,-2-7 0,0 0 0,-2 5 0,0 12 0,2 10 0,0 5 0,2 7 0,0 3 0,2 5 0,2 1 0,3 3 0,2-2 0,0-2 0,0-3 0,-3 0 0,1-1 0,-1-1 0,2 0 0,0-3 0,0-2 0,0-2 0,-2 0 0,1 0 0,0 1 0,-1-1 0,0 0 0,0-2 0,-1 3 0,1 1 0,-2 0 0,1 0 0,-2-1 0,1 1 0,-2-1 0,0 0 0,-1 0 0,1-1 0,1 0 0,0-1 0,1 1 0,0 0 0,-2 1 0,1-1 0,1 1 0,0 0 0,1 0 0,1 1 0,-2 1 0,0-1 0,0 0 0,-1 0 0,1 0 0,0-1 0,-1 1 0,2-2 0,0 0 0,0 1 0,1 0 0,-1 1 0,1 0 0,0 0 0,-2-1 0,0 2 0,-1-1 0,0-2 0,0 1 0,1-1 0,-1 0 0,-1 3 0,-1-1 0,-1 1 0,-1-2 0,-2-2 0,-4-1 0,-3 0 0,-2 3 0,-1 2 0,-1 1 0,-1 1 0,1-2 0,2-1 0,1-1 0,3-2 0,0 0 0,1-3 0,0 2 0,-1 0 0,1-1 0,0 1 0,1 0 0,1 0 0,-1 2 0,2 4 0,-2 0 0,1 1 0,-1-1 0,3-1 0,1 0 0,2 1 0,0-2 0,0 0 0,0 1 0,-1-2 0,-2-1 0,-1-1 0,-1-3 0,0-2 0,2-3 0,4-8 0,7-8 0,4-8 0,3-4 0,-2 3 0,-3 5 0,-3 7 0,-2 5 0,1 2 0,-3 0 0,2 0 0,0-1 0,-1 2 0,0 1 0,0-1 0,-1 0 0,0 1 0,0-2 0,-1 3 0,1-1 0,-2 4 0,-1 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6:10:46.2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6:11:05.41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1612 178 24575,'-24'0'0,"-4"1"0,-5 4 0,-2 3 0,4 4 0,2 2 0,0-3 0,4-2 0,2-2 0,-1 1 0,-2 2 0,-4 1 0,0 1 0,5-3 0,8-2 0,4-2 0,0-1 0,-2 0 0,-3-1 0,2 0 0,3-1 0,2 0 0,3 1 0,-3 0 0,-1 0 0,-1-1 0,-1-1 0,5 1 0,1 1 0,0 0 0,-3 0 0,-2 0 0,-1-1 0,1-2 0,1 0 0,1 2 0,0 0 0,-2 0 0,-1 0 0,-2-2 0,-6 1 0,-8-1 0,-4 2 0,-2 1 0,3-1 0,8-1 0,6-1 0,7 0 0,2 0 0,2 0 0,1 0 0,-3 0 0,0 0 0,-1 0 0,-2 0 0,-1 0 0,-2-2 0,0-4 0,0-2 0,3-3 0,0 2 0,2 2 0,0-1 0,0 1 0,1-2 0,1 1 0,1 1 0,1 1 0,0-1 0,0 0 0,2-1 0,-2-1 0,2 0 0,-1 1 0,-1-1 0,3 1 0,-1 1 0,3 0 0,-2 2 0,-2 1 0,1-1 0,-1 0 0,0-1 0,-1-2 0,-1-2 0,0 0 0,0 0 0,0 2 0,2 1 0,1-1 0,2-1 0,1 2 0,2-2 0,0-2 0,-3-1 0,-3-1 0,-2 2 0,-1 3 0,1 1 0,3 2 0,0 0 0,-1 1 0,2-1 0,-2 0 0,0 1 0,0 2 0,-1 2 0,2 3 0,2 4 0,1 1 0,2 1 0,0 0 0,0 1 0,-1 2 0,1 2 0,0-1 0,0-2 0,0-1 0,0-2 0,0-1 0,0 2 0,0 0 0,0-1 0,0 0 0,0 0 0,0-1 0,0 1 0,0-1 0,0 2 0,0 2 0,0 2 0,0-1 0,0 0 0,0 0 0,0 5 0,-2 7 0,-2 2 0,0-1 0,-1-4 0,1-7 0,1-2 0,0-3 0,-1-2 0,2 3 0,-2-1 0,-1 1 0,-1 3 0,0 0 0,-1 3 0,-1-1 0,-1-1 0,1-2 0,-1 1 0,0 0 0,0 0 0,0 0 0,1 0 0,-3 2 0,-3 4 0,-1 3 0,0 0 0,3-3 0,3-7 0,0-3 0,2-3 0,1-1 0,3 0 0,2 1 0,1 0 0,1-1 0,3-2 0,4-1 0,4-2 0,15 5 0,8 2 0,5 2 0,-3 0 0,-12-5 0,-4-2 0,-5 0 0,-3-2 0,-3 0 0,-2 0 0,-1 0 0,-1 0 0,0 0 0,0 0 0,0 0 0,2 0 0,1 0 0,-1 0 0,-1 0 0,-1 0 0,0 0 0,1 0 0,0 0 0,2 0 0,1 0 0,2 0 0,3 0 0,1 2 0,3 0 0,3 1 0,3-1 0,1-2 0,-2 2 0,-2 0 0,-4 0 0,-3 0 0,-1-2 0,-3 0 0,-4 0 0,-1 0 0,1 0 0,1 0 0,2 0 0,1 0 0,1 0 0,3 0 0,1 0 0,2 0 0,0 0 0,0 0 0,0 0 0,0 0 0,-1 0 0,-1 0 0,-2 0 0,-3 0 0,-1 0 0,-2-1 0,1 0 0,0-1 0,0 0 0,2-1 0,-1-2 0,3 0 0,2-1 0,2 1 0,-2 1 0,-1 0 0,-2 0 0,-1-1 0,-1 0 0,0 0 0,-3 1 0,2-1 0,1 0 0,0-2 0,3-2 0,-2 2 0,1-2 0,1 3 0,-2 0 0,0-1 0,0 0 0,0-2 0,0 2 0,0 1 0,-2 0 0,0 1 0,-1-1 0,3 0 0,-1 0 0,1-1 0,-1 0 0,1 0 0,4-2 0,0 0 0,3-2 0,0 2 0,-1 0 0,-3 3 0,-3-1 0,-1 2 0,0-3 0,1-1 0,2 0 0,-2-2 0,0 3 0,-2 0 0,1 0 0,1-3 0,2 0 0,3-3 0,-1 1 0,-3 2 0,-3 2 0,-4 1 0,-1 0 0,1 0 0,1-4 0,2-1 0,0 0 0,0 1 0,-2 4 0,-3 1 0,-1 2 0,-1-2 0,2 2 0,0-2 0,0 1 0,-1-1 0,-1 0 0,-1 1 0,0 0 0,-14 1 0,-16 2 0,-18 1 0,-9 1 0,6 1 0,7 0 0,9 0 0,5 2 0,6 1 0,3 4 0,5 1 0,0 1 0,3 0 0,0 0 0,-1-1 0,1 1 0,-1 1 0,3 0 0,0-2 0,2 0 0,-1 0 0,-2 2 0,-3-1 0,-1 1 0,0-3 0,1-3 0,-1 2 0,-2-1 0,-4 2 0,-3 1 0,-1-2 0,0-1 0,4-3 0,6-2 0,0 0 0,-2 0 0,-3 0 0,-4 0 0,-1 0 0,6 0 0,1 0 0,1 0 0,-2 0 0,-6 0 0,3-1 0,4-2 0,0-2 0,5-2 0,0 1 0,1 1 0,2 0 0,-1 0 0,2 1 0,2 0 0,2 0 0,2-1 0,-1 0 0,0-4 0,1 0 0,1-1 0,0 1 0,1 0 0,0 2 0,2 0 0,-1 0 0,-2 0 0,-2 0 0,-2 0 0,-2 3 0,-1 0 0,0 1 0,-1 1 0,1-1 0,0 0 0,-1 0 0,3 0 0,0 1 0,1 0 0,0 1 0,-1 1 0,3 1 0,1 4 0,3 4 0,1 3 0,0-2 0,0 0 0,0 0 0,0-1 0,0 2 0,0-2 0,0-1 0,0-1 0,0-1 0,0 0 0,0 3 0,0-2 0,0 2 0,0-1 0,-1-2 0,-1 1 0,0 1 0,-2 0 0,0 2 0,-1-1 0,-1-1 0,1-1 0,1 0 0,-1-1 0,1-1 0,-1-1 0,0 0 0,0 0 0,-1 0 0,-1 3 0,2 0 0,-2-1 0,2 2 0,1-1 0,-4 4 0,0 2 0,-2 0 0,0-4 0,4-1 0,1-1 0,1-3 0,2 1 0,-1-2 0,2 1 0,-3-1 0,0 1 0,-1 1 0,1 0 0,1 1 0,0 1 0,3-2 0,5-2 0,6 0 0,4-3 0,3 0 0,0 0 0,0 0 0,0 0 0,0 0 0,0 0 0,0 0 0,0 0 0,-1 0 0,-2 0 0,1 0 0,-1 0 0,1 0 0,1 0 0,-2 0 0,-2 0 0,0 0 0,1 0 0,2 0 0,3 0 0,2 0 0,3 0 0,2 0 0,3 0 0,4 0 0,5 0 0,3-1 0,-6-1 0,-3-1 0,-6 1 0,-1-1 0,1 0 0,1-1 0,-2 0 0,-2 1 0,-1-2 0,-4 0 0,0 1 0,0-3 0,-1 0 0,1 0 0,0 1 0,0-1 0,0 2 0,-3-1 0,-1-1 0,-3 3 0,-1-1 0,-2 0 0,2-1 0,2-2 0,4-1 0,1 0 0,-1 2 0,-2 0 0,-1 0 0,-2 1 0,-1-3 0,2 3 0,0-1 0,1 1 0,1-1 0,-2 0 0,1 1 0,-4 0 0,-1 1 0,5-2 0,0-2 0,4-2 0,-3 2 0,-1 0 0,-3 2 0,-2 2 0,1 2 0,-4-1 0,-1-1 0,-5-1 0,-10 2 0,-16 2 0,-18 2 0,-19-1 0,-9 1 0,-1 0 0,8 0 0,13 0 0,9 0 0,5 0 0,-2 0 0,-4 0 0,-4 0 0,4 3 0,7 0 0,9 2 0,8 1 0,5-3 0,4 1 0,0-2 0,2-1 0,-3 0 0,-1-1 0,0 0 0,-3 0 0,-2 1 0,-4 1 0,-5 1 0,0 0 0,0 0 0,2 0 0,5 1 0,5-2 0,6 3 0,5 1 0,3 0 0,2 2 0,0-1 0,-1 1 0,-1 0 0,0 0 0,1-1 0,4-3 0,2-2 0,2-2 0,-1 0 0,1 2 0,1 0 0,0 0 0,4-1 0,1-1 0,6 3 0,6 3 0,5 2 0,0 1 0,-5-3 0,-4-2 0,-3-2 0,0-2 0,0 0 0,0 0 0,0 0 0,4 0 0,2 0 0,3 0 0,2 0 0,-4 0 0,-2 0 0,2 0 0,-3 0 0,3 0 0,1 0 0,0 0 0,3 0 0,-2 0 0,5 0 0,1 0 0,1 0 0,1 0 0,-2 0 0,-3 0 0,-5 0 0,-5 0 0,-6 0 0,-3 0 0,-3 0 0,-2 0 0,1-2 0,0 0 0,2-1 0,0 1 0,-4 1 0,-11-2 0,-15 0 0,-11-1 0,-8-1 0,4 0 0,8 0 0,7 0 0,9-1 0,5 1 0,4-1 0,3 1 0,2-1 0,3 1 0,1 0 0,1 1 0,-1 2 0,-5 1 0,-7 1 0,-10-1 0,-7 1 0,-5 0 0,-2 0 0,4 0 0,4 0 0,9 0 0,10 0 0,15-2 0,12-4 0,5-1 0,3-1 0,-7 4 0,-7 2 0,-12 2 0,-19 2 0,-15 4 0,-22 7 0,-27 3 0,28-5 0,-3 0 0,-6 3 0,0 0 0,2-1 0,3 0 0,-28 10 0,28-8 0,21-7 0,14-3 0,2-2 0,3-1 0,2-1 0,1 0 0,2 1 0,-1 0 0,-1 1 0,-3 0 0,0-1 0,2 1 0,2-1 0,6-1 0,14 1 0,3-2 0,9 0 0,-2 0 0,-3 0 0,0 0 0,1 0 0,4 0 0,6 0 0,3 0 0,0 0 0,-4 0 0,-6 0 0,-3 0 0,-4 0 0,0 0 0,-3 0 0,-1 0 0,-1 0 0,0 0 0,1 0 0,0 0 0,2 0 0,-1 0 0,4-2 0,5-1 0,1 1 0,-1 0 0,-6 4 0,-11 5 0,-11 3 0,-12 5 0,-3 1 0,-6 2 0,-5 0 0,0 0 0,-4-3 0,3-4 0,6-5 0,7-3 0,10-3 0,12 0 0,7 0 0,5-2 0,5-1 0,0 1 0,0-2 0,-1 2 0,-2-1 0,-2 1 0,-1 2 0,2 0 0,-1 0 0,-1 0 0,-2-2 0,-3 0 0,-1-2 0,1 0 0,1 2 0,0 0 0,2 2 0,-2 0 0,1-2 0,2 0 0,2-1 0,0 1 0,-1 2 0,-4 0 0,-20 0 0,8 0 0,-12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6:11:21.8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295 1 24575,'0'17'0,"-2"0"0,-1 1 0,-4-1 0,-3 3 0,-1 2 0,-1 0 0,1-1 0,0-4 0,1-4 0,0 0 0,1-2 0,2-2 0,3-1 0,0-3 0,2 1 0,0-1 0,-2-1 0,1 1 0,-1-2 0,-2 3 0,1 0 0,0 2 0,1 0 0,2-2 0,-1 0 0,-1-1 0,1 0 0,-1 0 0,1-1 0,1 2 0,0 0 0,0 0 0,0 0 0,0 1 0,-2 0 0,0 0 0,2 0 0,-1-2 0,0 0 0,1 0 0,-2-1 0,2 2 0,0 0 0,-1 3 0,0 0 0,-1-2 0,-1 2 0,1-3 0,-1 3 0,2 1 0,-1-1 0,0 1 0,-1 0 0,0 1 0,-1 0 0,2 2 0,-1-1 0,2 0 0,-2 3 0,1-1 0,0-3 0,0-2 0,2-4 0,0 1 0,2 2 0,0 1 0,-2 0 0,-1 1 0,1-2 0,0-2 0,2 2 0,0 4 0,0 0 0,0 2 0,0-1 0,0-2 0,0-1 0,0-2 0,0 0 0,0 1 0,0 2 0,0-1 0,0 1 0,0-3 0,0-1 0,0 0 0,0 0 0,0 2 0,0 1 0,0 0 0,0 1 0,0-1 0,0 2 0,1 3 0,1 1 0,2 0 0,0 0 0,0-1 0,0-2 0,0 2 0,0 0 0,1 2 0,0 1 0,0-2 0,-1-2 0,0-4 0,1 0 0,-1 0 0,2-1 0,-2 1 0,2-1 0,-1-2 0,-1 0 0,2 0 0,-1-3 0,1 1 0,-1-2 0,0 1 0,0 2 0,0-1 0,0 0 0,-1 1 0,1 0 0,0 0 0,3 0 0,1-2 0,-1-1 0,1-1 0,-3 0 0,0 0 0,0-2 0,0 1 0,-1 1 0,1 0 0,-2 1 0,3-1 0,-2 2 0,3 0 0,2-1 0,0 0 0,1 1 0,-2 0 0,1 0 0,1 0 0,-2 0 0,0 1 0,-1-1 0,-3 0 0,1-1 0,-2-1 0,-1 2 0,4-2 0,1 1 0,1 1 0,3-2 0,-1 3 0,3-1 0,-1 0 0,0 1 0,0-3 0,-2 1 0,0-1 0,0 0 0,2 2 0,0-2 0,1 1 0,-1-1 0,0-2 0,0 2 0,0 0 0,0 1 0,0-1 0,-2-1 0,-2 1 0,0-1 0,-1 0 0,1 0 0,-1 0 0,-1 1 0,1 0 0,0-1 0,0 1 0,2 1 0,-2-1 0,0 1 0,0 0 0,1 2 0,2 0 0,3-2 0,1 2 0,1 1 0,-2 1 0,-3-1 0,-7-2 0,-5-1 0,-5-3 0,-8 0 0,-2 0 0,-3 0 0,2-2 0,5-2 0,1 0 0,3-1 0,1-1 0,2 1 0,0 1 0,0 0 0,0 1 0,0 0 0,0-1 0,0 0 0,0 0 0,-1-2 0,-1 0 0,-2 0 0,-1 0 0,-1 1 0,-1 0 0,0 1 0,1-1 0,-1 0 0,4 1 0,1 2 0,-1 0 0,1-1 0,0 1 0,-4-2 0,1 1 0,-1 1 0,1-2 0,0 2 0,0 0 0,-3 0 0,-2 0 0,1 0 0,1 0 0,2-2 0,3 3 0,0-4 0,0 0 0,0 1 0,-2-3 0,0 2 0,-2-2 0,0-1 0,0 0 0,1-2 0,3 0 0,1 2 0,-1 1 0,0 1 0,0-1 0,1 0 0,2-1 0,3-1 0,2 0 0,0 1 0,-1 0 0,1 1 0,0 1 0,0-3 0,0 0 0,0-2 0,2 1 0,1 1 0,2 0 0,1 1 0,-1-2 0,2 0 0,-1-2 0,1-2 0,-3 0 0,1 1 0,-1 1 0,-1 3 0,-1-1 0,-1 1 0,-1 2 0,0-1 0,0-2 0,0 0 0,0-1 0,0-2 0,0 3 0,0-3 0,0 1 0,0 1 0,0 0 0,0 3 0,0 0 0,0-2 0,0 0 0,0-3 0,0-2 0,0-1 0,0-2 0,0 0 0,0 0 0,0 0 0,2 2 0,0 0 0,0 0 0,0 2 0,-2-1 0,0-4 0,0-2 0,0-7 0,0-3 0,0-4 0,0-11 0,0-3 0,0-1 0,0 2 0,0 10 0,0 5 0,0 3 0,0 5 0,0 5 0,0 1 0,0 6 0,0-1 0,0 6 0,0 9 0,0 11 0,0 24 0,0 12 0,0 6 0,0-4 0,0-11 0,0-8 0,0-5 0,0-2 0,0-1 0,0-2 0,-2-4 0,0-5 0,-1-4 0,0 0 0,0 0 0,0-1 0,1 3 0,0-2 0,0-1 0,1 1 0,-1 0 0,-1 1 0,-1 1 0,-1 0 0,-1-1 0,0-1 0,-2 0 0,1 1 0,-1 0 0,-1 3 0,0 1 0,-5 3 0,-3 8 0,-1 6 0,-2 8 0,4 2 0,3-6 0,3-5 0,2-8 0,1-3 0,1 0 0,1-2 0,1-2 0,1-3 0,1-2 0,0 1 0,1-1 0,1 2 0,-2 3 0,-1 5 0,1 3 0,0 0 0,2 0 0,0-4 0,0-1 0,1-6 0,2-7 0,3-10 0,3-7 0,2-2 0,-2 0 0,-1 2 0,-3 2 0,1 0 0,-2 0 0,-1-2 0,1-2 0,-2 0 0,2 2 0,0 3 0,-2 2 0,1 3 0,-1 0 0,-1 4 0,0-3 0,2-2 0,2-3 0,-1-1 0,2 3 0,-3 3 0,1 8 0,-2 7 0,-1 9 0,-1 3 0,0 0 0,-2 1 0,0-2 0,-1 1 0,1-5 0,2-5 0,0-3 0,0-3 0,0 1 0,0-2 0,0 1 0,0 2 0,0 1 0,0 3 0,0-2 0,0-4 0,0-24 0,0-3 0,0-17 0,0 11 0,0 1 0,0-1 0,0-1 0,0-2 0,0 4 0,0 5 0,0 4 0,0 5 0,0 3 0,0 0 0,0 0 0,0-1 0,0 1 0,0-1 0,0 2 0,0 0 0,0-2 0,0-1 0,0 1 0,0 0 0,0 1 0,0 0 0,0 1 0,0 0 0,0 0 0,0 1 0,-1 1 0,-1-1 0,0 0 0,0-1 0,2-1 0,0-1 0,0-4 0,0-1 0,0-1 0,0 0 0,0-2 0,0-1 0,0 0 0,0 0 0,0 0 0,0 2 0,0 1 0,0 0 0,0-1 0,0 0 0,0 2 0,0 2 0,0 3 0,1 1 0,2 3 0,1-1 0,1 0 0,0-1 0,1-2 0,2 0 0,0 1 0,-3 3 0,-4 2 0,-12 2 0,-1 1 0,-8 0 0,5 4 0,0 6 0,3 8 0,3 9 0,0 7 0,4 7 0,-1 1 0,-1-1 0,-1-6 0,-1-6 0,0-5 0,3-4 0,2-2 0,2-1 0,2-1 0,0-4 0,0-3 0,0-2 0,0-1 0,1-1 0,2-3 0,3-12 0,1-15 0,4-12 0,1-7 0,1 1 0,-3 3 0,-3 5 0,-2 4 0,-3 6 0,2 3 0,-1 7 0,0 2 0,-2 1 0,-1 1 0,0-3 0,0-1 0,0 1 0,0 1 0,0 3 0,0 2 0,0 0 0,0-1 0,0-1 0,0-3 0,0 1 0,0-1 0,2 3 0,0 4 0,2 3 0,-1 3 0,-1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1T06:11:30.1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a3c8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a3c89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a3c89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11"/>
          <p:cNvSpPr txBox="1">
            <a:spLocks noGrp="1"/>
          </p:cNvSpPr>
          <p:nvPr>
            <p:ph type="title" hasCustomPrompt="1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wiss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customXml" Target="../ink/ink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Drone Phenology Monitoring</a:t>
            </a:r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Gaurav Rajput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Parth Thakur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>
            <a:spLocks noGrp="1"/>
          </p:cNvSpPr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Objective</a:t>
            </a:r>
          </a:p>
        </p:txBody>
      </p:sp>
      <p:sp>
        <p:nvSpPr>
          <p:cNvPr id="79" name="Google Shape;79;p14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1600" dirty="0"/>
              <a:t>Given two sets of crown polygons (OM3 and OM4)</a:t>
            </a:r>
          </a:p>
          <a:p>
            <a:r>
              <a:rPr lang="en-IN" sz="1600" dirty="0"/>
              <a:t>OM3 is misaligned with respect to OM4</a:t>
            </a:r>
          </a:p>
          <a:p>
            <a:r>
              <a:rPr lang="en-IN" sz="1600" dirty="0"/>
              <a:t>Goal: Affinely align OM3 to OM4 to maximize overlap (</a:t>
            </a:r>
            <a:r>
              <a:rPr lang="en-IN" sz="1600" dirty="0" err="1"/>
              <a:t>IoU</a:t>
            </a:r>
            <a:r>
              <a:rPr lang="en-IN" sz="1600" dirty="0"/>
              <a:t>)</a:t>
            </a:r>
          </a:p>
          <a:p>
            <a:r>
              <a:rPr lang="en-IN" sz="1600" dirty="0"/>
              <a:t>Calculate A-B and B-A but with constraint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034E9-7AFA-D52A-E952-ED254C7FE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Initial Approach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94E290-AB20-EBA4-4558-8CC79C6E34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Average Translation Vector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995B8C-48FC-27E8-1862-AE128F18AA0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For each matched pair, computed shift:</a:t>
            </a:r>
            <a:br>
              <a:rPr lang="en-IN" dirty="0"/>
            </a:br>
            <a:r>
              <a:rPr lang="el-GR" b="1" dirty="0"/>
              <a:t>Δ</a:t>
            </a:r>
            <a:r>
              <a:rPr lang="en-IN" b="1" dirty="0"/>
              <a:t>x = x_OM4 − x_OM3</a:t>
            </a:r>
            <a:r>
              <a:rPr lang="en-IN" dirty="0"/>
              <a:t>, </a:t>
            </a:r>
            <a:r>
              <a:rPr lang="el-GR" b="1" dirty="0"/>
              <a:t>Δ</a:t>
            </a:r>
            <a:r>
              <a:rPr lang="en-IN" b="1" dirty="0"/>
              <a:t>y = y_OM4 − y_OM3</a:t>
            </a:r>
            <a:endParaRPr lang="en-IN" dirty="0"/>
          </a:p>
          <a:p>
            <a:r>
              <a:rPr lang="en-IN" dirty="0"/>
              <a:t>Took </a:t>
            </a:r>
            <a:r>
              <a:rPr lang="en-IN" b="1" dirty="0"/>
              <a:t>mean</a:t>
            </a:r>
            <a:r>
              <a:rPr lang="en-IN" dirty="0"/>
              <a:t> of all shifts</a:t>
            </a:r>
          </a:p>
          <a:p>
            <a:r>
              <a:rPr lang="en-IN" dirty="0"/>
              <a:t>Applied global translation to OM3 crowns</a:t>
            </a:r>
          </a:p>
          <a:p>
            <a:r>
              <a:rPr lang="en-IN" b="1" dirty="0"/>
              <a:t>Problem</a:t>
            </a:r>
            <a:r>
              <a:rPr lang="en-I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Mean is sensitive to outliers (even 1–2 bad matches can shift the average)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714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0B6B0-F130-EE87-B0F8-F2E5A8E6D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First Attempt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4EEDD1-2E11-EC9B-ADC0-32120E872F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Nearest </a:t>
            </a:r>
            <a:r>
              <a:rPr lang="en-IN" dirty="0" err="1"/>
              <a:t>Neighbor</a:t>
            </a:r>
            <a:r>
              <a:rPr lang="en-IN" dirty="0"/>
              <a:t> Matching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239D53-5371-1AAD-2EE8-4139B78607B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Computed centroids of all OM3 and OM4 crowns</a:t>
            </a:r>
          </a:p>
          <a:p>
            <a:r>
              <a:rPr lang="en-IN" dirty="0"/>
              <a:t>Matched each OM3 centroid to its nearest OM4 </a:t>
            </a:r>
            <a:r>
              <a:rPr lang="en-IN" dirty="0" err="1"/>
              <a:t>neighbor</a:t>
            </a:r>
            <a:endParaRPr lang="en-IN" dirty="0"/>
          </a:p>
          <a:p>
            <a:r>
              <a:rPr lang="en-IN" b="1" dirty="0"/>
              <a:t>Outcome</a:t>
            </a:r>
            <a:r>
              <a:rPr lang="en-I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Final average </a:t>
            </a:r>
            <a:r>
              <a:rPr lang="en-IN" dirty="0" err="1"/>
              <a:t>IoU</a:t>
            </a:r>
            <a:r>
              <a:rPr lang="en-IN" dirty="0"/>
              <a:t>: </a:t>
            </a:r>
            <a:r>
              <a:rPr lang="en-IN" b="1" dirty="0"/>
              <a:t>71%</a:t>
            </a:r>
            <a:endParaRPr lang="en-IN" dirty="0"/>
          </a:p>
          <a:p>
            <a:endParaRPr lang="en-IN" dirty="0"/>
          </a:p>
          <a:p>
            <a:endParaRPr lang="en-US" dirty="0"/>
          </a:p>
        </p:txBody>
      </p:sp>
      <p:pic>
        <p:nvPicPr>
          <p:cNvPr id="6" name="Picture 5" descr="A black rectangular object with white text&#10;&#10;Description automatically generated">
            <a:extLst>
              <a:ext uri="{FF2B5EF4-FFF2-40B4-BE49-F238E27FC236}">
                <a16:creationId xmlns:a16="http://schemas.microsoft.com/office/drawing/2014/main" id="{2A43AAEB-3218-7D0A-4574-C8D99A520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03871"/>
            <a:ext cx="5223196" cy="193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003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3B569-8A7D-2F66-CCDD-6BA463914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397350"/>
            <a:ext cx="4306500" cy="1318200"/>
          </a:xfrm>
        </p:spPr>
        <p:txBody>
          <a:bodyPr/>
          <a:lstStyle/>
          <a:p>
            <a:r>
              <a:rPr lang="en-IN" dirty="0"/>
              <a:t>Median Translation Vector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8EB9EE-3CCC-C480-1ADB-BF4C248EF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26BC0-2F55-6D9F-D433-9D86B268D60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Recomputed all pairwise shifts between matched centroids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Took </a:t>
            </a:r>
            <a:r>
              <a:rPr lang="en-IN" b="1" dirty="0"/>
              <a:t>median</a:t>
            </a:r>
            <a:r>
              <a:rPr lang="en-IN" dirty="0"/>
              <a:t> of all shifts instead of mean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Median is robust to outliers</a:t>
            </a:r>
          </a:p>
          <a:p>
            <a:r>
              <a:rPr lang="en-IN" b="1" dirty="0"/>
              <a:t>Outcome</a:t>
            </a:r>
            <a:r>
              <a:rPr lang="en-I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IoU</a:t>
            </a:r>
            <a:r>
              <a:rPr lang="en-IN" dirty="0"/>
              <a:t> improved from 71% → </a:t>
            </a:r>
            <a:r>
              <a:rPr lang="en-IN" b="1" dirty="0"/>
              <a:t>~80%</a:t>
            </a:r>
            <a:endParaRPr lang="en-IN" dirty="0"/>
          </a:p>
          <a:p>
            <a:r>
              <a:rPr lang="en-IN" b="1" dirty="0"/>
              <a:t>Why it works</a:t>
            </a:r>
            <a:r>
              <a:rPr lang="en-I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Median ignores extreme outliers and captures central tendency of majority-good matches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327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05885-96CD-4E85-7900-00BF01919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565143"/>
            <a:ext cx="4045200" cy="1318200"/>
          </a:xfrm>
        </p:spPr>
        <p:txBody>
          <a:bodyPr/>
          <a:lstStyle/>
          <a:p>
            <a:r>
              <a:rPr lang="en-IN" dirty="0"/>
              <a:t>Final Enhancement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8F6D37-04B5-D53D-FF16-9247182659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500" y="1779874"/>
            <a:ext cx="4045200" cy="1345500"/>
          </a:xfrm>
        </p:spPr>
        <p:txBody>
          <a:bodyPr/>
          <a:lstStyle/>
          <a:p>
            <a:r>
              <a:rPr lang="en-IN" dirty="0"/>
              <a:t>Filtering Top 15% Shift Outliers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7EDA3-F0AF-12C8-4E9B-89CC2AF1F18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Calculated L2 norm of each shift vector (magnitude of shift)</a:t>
            </a:r>
          </a:p>
          <a:p>
            <a:r>
              <a:rPr lang="en-IN" dirty="0"/>
              <a:t>Removed top 15% largest shifts: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Took </a:t>
            </a:r>
            <a:r>
              <a:rPr lang="en-IN" b="1" dirty="0"/>
              <a:t>median</a:t>
            </a:r>
            <a:r>
              <a:rPr lang="en-IN" dirty="0"/>
              <a:t> of remaining shifts</a:t>
            </a:r>
          </a:p>
          <a:p>
            <a:r>
              <a:rPr lang="en-IN" b="1" dirty="0"/>
              <a:t>Outcome</a:t>
            </a:r>
            <a:r>
              <a:rPr lang="en-I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IoU</a:t>
            </a:r>
            <a:r>
              <a:rPr lang="en-IN" dirty="0"/>
              <a:t> improved further: </a:t>
            </a:r>
            <a:r>
              <a:rPr lang="en-IN" b="1" dirty="0"/>
              <a:t>81.34%</a:t>
            </a:r>
            <a:endParaRPr lang="en-IN" dirty="0"/>
          </a:p>
          <a:p>
            <a:r>
              <a:rPr lang="en-IN" b="1" dirty="0"/>
              <a:t>Why this works</a:t>
            </a:r>
            <a:r>
              <a:rPr lang="en-I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Removes bad matches entirely (not just suppressing them)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Median over filtered data → better alignment with actual crown overlaps</a:t>
            </a:r>
          </a:p>
          <a:p>
            <a:endParaRPr lang="en-US" dirty="0"/>
          </a:p>
        </p:txBody>
      </p:sp>
      <p:pic>
        <p:nvPicPr>
          <p:cNvPr id="6" name="Picture 5" descr="A computer screen shot of a black rectangle with white text&#10;&#10;Description automatically generated">
            <a:extLst>
              <a:ext uri="{FF2B5EF4-FFF2-40B4-BE49-F238E27FC236}">
                <a16:creationId xmlns:a16="http://schemas.microsoft.com/office/drawing/2014/main" id="{9FF2C458-3C14-DC7F-CF3D-86AF951B6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19276"/>
            <a:ext cx="5088079" cy="202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974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BA0DC-7A0C-966C-928E-A914B532B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Post-Alignment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4B82E9-2C48-BB1E-D324-0616553740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A−B vs B−A Difference Based on Area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F543FF-B790-8359-369E-B3E4801B51D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After alignment, performed polygon-wise </a:t>
            </a:r>
            <a:r>
              <a:rPr lang="en-IN" dirty="0" err="1"/>
              <a:t>IoU</a:t>
            </a:r>
            <a:r>
              <a:rPr lang="en-IN" dirty="0"/>
              <a:t> matching</a:t>
            </a:r>
          </a:p>
          <a:p>
            <a:r>
              <a:rPr lang="en-IN" dirty="0"/>
              <a:t>For unmatched or low-overlap crowns: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Compute </a:t>
            </a:r>
            <a:r>
              <a:rPr lang="en-IN" b="1" dirty="0"/>
              <a:t>A−B</a:t>
            </a:r>
            <a:r>
              <a:rPr lang="en-IN" dirty="0"/>
              <a:t> and </a:t>
            </a:r>
            <a:r>
              <a:rPr lang="en-IN" b="1" dirty="0"/>
              <a:t>B−A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Choose the one with </a:t>
            </a:r>
            <a:r>
              <a:rPr lang="en-IN" b="1" dirty="0"/>
              <a:t>larger area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43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BDC2C-00E6-A3E5-0678-B2C22FC10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65100"/>
            <a:ext cx="4045200" cy="1318200"/>
          </a:xfrm>
        </p:spPr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9772E0-58D8-EDB1-779E-F927227F19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9FF160-3B93-D3A6-0FBF-82F17548EC3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Largest crown overlap is A with the blue crown, so here shall I consider Blue-A or the yellow part between A, B and C</a:t>
            </a:r>
          </a:p>
        </p:txBody>
      </p:sp>
      <p:pic>
        <p:nvPicPr>
          <p:cNvPr id="6" name="Picture 5" descr="A blue and red line on a green surface&#10;&#10;Description automatically generated">
            <a:extLst>
              <a:ext uri="{FF2B5EF4-FFF2-40B4-BE49-F238E27FC236}">
                <a16:creationId xmlns:a16="http://schemas.microsoft.com/office/drawing/2014/main" id="{5BA8249F-CF59-DA5C-1D1F-96A57D06F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47" y="2221990"/>
            <a:ext cx="1794553" cy="21310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B5E7B7-AA73-DA23-A304-52F0715C8C48}"/>
              </a:ext>
            </a:extLst>
          </p:cNvPr>
          <p:cNvSpPr txBox="1"/>
          <p:nvPr/>
        </p:nvSpPr>
        <p:spPr>
          <a:xfrm>
            <a:off x="1027416" y="2571750"/>
            <a:ext cx="328773" cy="31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643B90-0658-DD0F-F419-E08F3413D784}"/>
              </a:ext>
            </a:extLst>
          </p:cNvPr>
          <p:cNvSpPr txBox="1"/>
          <p:nvPr/>
        </p:nvSpPr>
        <p:spPr>
          <a:xfrm>
            <a:off x="1582220" y="3133618"/>
            <a:ext cx="359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626BFE-14C6-38B7-1182-432C0039F894}"/>
              </a:ext>
            </a:extLst>
          </p:cNvPr>
          <p:cNvSpPr txBox="1"/>
          <p:nvPr/>
        </p:nvSpPr>
        <p:spPr>
          <a:xfrm>
            <a:off x="904126" y="3544584"/>
            <a:ext cx="4520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C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6A120ED-A5D0-1997-F170-5D1E28C575C4}"/>
                  </a:ext>
                </a:extLst>
              </p14:cNvPr>
              <p14:cNvContentPartPr/>
              <p14:nvPr/>
            </p14:nvContentPartPr>
            <p14:xfrm>
              <a:off x="1049089" y="3334595"/>
              <a:ext cx="394200" cy="3448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6A120ED-A5D0-1997-F170-5D1E28C575C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1449" y="3316595"/>
                <a:ext cx="429840" cy="38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E54EA4F9-0B3D-6114-974F-5F1B73356D8C}"/>
              </a:ext>
            </a:extLst>
          </p:cNvPr>
          <p:cNvGrpSpPr/>
          <p:nvPr/>
        </p:nvGrpSpPr>
        <p:grpSpPr>
          <a:xfrm>
            <a:off x="1754329" y="2613515"/>
            <a:ext cx="107640" cy="245880"/>
            <a:chOff x="1754329" y="2613515"/>
            <a:chExt cx="107640" cy="24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C9D4FEF-35F0-1565-53FE-B488FF3524AA}"/>
                    </a:ext>
                  </a:extLst>
                </p14:cNvPr>
                <p14:cNvContentPartPr/>
                <p14:nvPr/>
              </p14:nvContentPartPr>
              <p14:xfrm>
                <a:off x="1754329" y="2613515"/>
                <a:ext cx="107640" cy="245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C9D4FEF-35F0-1565-53FE-B488FF3524A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736329" y="2595515"/>
                  <a:ext cx="1432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5001BEC-6C7C-FA1B-A50A-68C47AB378AB}"/>
                    </a:ext>
                  </a:extLst>
                </p14:cNvPr>
                <p14:cNvContentPartPr/>
                <p14:nvPr/>
              </p14:nvContentPartPr>
              <p14:xfrm>
                <a:off x="1788889" y="2736995"/>
                <a:ext cx="360" cy="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5001BEC-6C7C-FA1B-A50A-68C47AB378A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771249" y="271935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E23EE57-C7C4-9627-840E-1FBE78E7AF07}"/>
                  </a:ext>
                </a:extLst>
              </p14:cNvPr>
              <p14:cNvContentPartPr/>
              <p14:nvPr/>
            </p14:nvContentPartPr>
            <p14:xfrm>
              <a:off x="1421689" y="3846515"/>
              <a:ext cx="580320" cy="2872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E23EE57-C7C4-9627-840E-1FBE78E7AF0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404049" y="3828515"/>
                <a:ext cx="61596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3D40DE5-AA9E-32AC-B111-05910798A2AA}"/>
                  </a:ext>
                </a:extLst>
              </p14:cNvPr>
              <p14:cNvContentPartPr/>
              <p14:nvPr/>
            </p14:nvContentPartPr>
            <p14:xfrm>
              <a:off x="638329" y="2878115"/>
              <a:ext cx="289440" cy="5072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3D40DE5-AA9E-32AC-B111-05910798A2A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20689" y="2860475"/>
                <a:ext cx="325080" cy="54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13F9139-92DC-DAE8-99CF-4F4FFC2F4418}"/>
                  </a:ext>
                </a:extLst>
              </p14:cNvPr>
              <p14:cNvContentPartPr/>
              <p14:nvPr/>
            </p14:nvContentPartPr>
            <p14:xfrm>
              <a:off x="6153889" y="2407595"/>
              <a:ext cx="360" cy="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13F9139-92DC-DAE8-99CF-4F4FFC2F441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136249" y="2389955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2737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33990-911F-1EDD-AB3E-ECC6C1726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BC4086-A539-B33C-81F1-3D090A94AE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AD73C3-2E3C-8880-6128-3670DD042C7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55630952"/>
      </p:ext>
    </p:extLst>
  </p:cSld>
  <p:clrMapOvr>
    <a:masterClrMapping/>
  </p:clrMapOvr>
</p:sld>
</file>

<file path=ppt/theme/theme1.xml><?xml version="1.0" encoding="utf-8"?>
<a:theme xmlns:a="http://schemas.openxmlformats.org/drawingml/2006/main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324</Words>
  <Application>Microsoft Macintosh PowerPoint</Application>
  <PresentationFormat>On-screen Show (16:9)</PresentationFormat>
  <Paragraphs>51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Lato</vt:lpstr>
      <vt:lpstr>Raleway</vt:lpstr>
      <vt:lpstr>Swiss</vt:lpstr>
      <vt:lpstr>Drone Phenology Monitoring</vt:lpstr>
      <vt:lpstr>Objective</vt:lpstr>
      <vt:lpstr>Initial Approach</vt:lpstr>
      <vt:lpstr>First Attempt</vt:lpstr>
      <vt:lpstr>Median Translation Vector</vt:lpstr>
      <vt:lpstr>Final Enhancement </vt:lpstr>
      <vt:lpstr>Post-Alignment</vt:lpstr>
      <vt:lpstr>problem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Gaurav Rajput</cp:lastModifiedBy>
  <cp:revision>8</cp:revision>
  <dcterms:modified xsi:type="dcterms:W3CDTF">2025-07-01T06:39:40Z</dcterms:modified>
</cp:coreProperties>
</file>