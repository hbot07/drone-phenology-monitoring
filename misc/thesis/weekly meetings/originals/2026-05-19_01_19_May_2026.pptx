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iML8oeIWVpZYVUV5Tlz4JEwPYd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96351f47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96351f47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335cdb17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335cdb17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96351f47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96351f47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96351f472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96351f472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96351f472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96351f47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96351f472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96351f472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6351f472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6351f472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96351f472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96351f472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2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4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15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5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2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2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/>
              <a:t>Drone Phenology Monitoring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Gaurav Rajput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96351f472_1_0"/>
          <p:cNvSpPr txBox="1"/>
          <p:nvPr>
            <p:ph type="title"/>
          </p:nvPr>
        </p:nvSpPr>
        <p:spPr>
          <a:xfrm>
            <a:off x="1472225" y="-68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Master GeoJSONs</a:t>
            </a:r>
            <a:endParaRPr/>
          </a:p>
        </p:txBody>
      </p:sp>
      <p:sp>
        <p:nvSpPr>
          <p:cNvPr id="67" name="Google Shape;67;g3e96351f472_1_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g3e96351f472_1_0" title="Screenshot 2026-05-19 1512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9000"/>
            <a:ext cx="7484203" cy="475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335cdb17d_1_2"/>
          <p:cNvSpPr txBox="1"/>
          <p:nvPr>
            <p:ph type="title"/>
          </p:nvPr>
        </p:nvSpPr>
        <p:spPr>
          <a:xfrm>
            <a:off x="1267750" y="-1101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Master GeoJSONs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e335cdb17d_1_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g3e335cdb17d_1_2" title="Screenshot 2026-05-19 1512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575" y="419275"/>
            <a:ext cx="6040074" cy="4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96351f472_1_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Sanjay Van Data added to Phenology Mapping Sheet</a:t>
            </a:r>
            <a:endParaRPr/>
          </a:p>
        </p:txBody>
      </p:sp>
      <p:sp>
        <p:nvSpPr>
          <p:cNvPr id="81" name="Google Shape;81;g3e96351f472_1_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Only 4 new 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Kanju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Prosopis Juliflora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Subabool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Teak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Existing: Amaltas, Bamboo, Banyan, Karanj, Native acacia, Neem, Peepal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96351f472_1_1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Pipelined Execution</a:t>
            </a:r>
            <a:endParaRPr/>
          </a:p>
        </p:txBody>
      </p:sp>
      <p:sp>
        <p:nvSpPr>
          <p:cNvPr id="87" name="Google Shape;87;g3e96351f472_1_1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Step 0: Discover OMs       → pipeline_config.json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Step 1: Crown Detection    → multithreshold GPKGs (Detectree2)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Step 2: Crown Tracking     → consensus_crowns_complete_all.gpkg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Step 3: Phenology Analysis → tree_master_geojson.geojson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Step 4: Interactive Viewer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96351f472_1_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Step 2: Crown Tracking</a:t>
            </a:r>
            <a:endParaRPr/>
          </a:p>
        </p:txBody>
      </p:sp>
      <p:sp>
        <p:nvSpPr>
          <p:cNvPr id="93" name="Google Shape;93;g3e96351f472_1_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Alignment — PCC (Phase Cross-Correlation) on conf_0p65 layer to compute per-OM pixel shift (dx, dy)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Graph build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Chain assembly — extract full chains → branching backbones → partial chains (len ≥ 5, one-to-one ratio ≥ 0.9) → deduplication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96351f472_1_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Step 3: Phenology Analysis</a:t>
            </a:r>
            <a:endParaRPr/>
          </a:p>
        </p:txBody>
      </p:sp>
      <p:sp>
        <p:nvSpPr>
          <p:cNvPr id="99" name="Google Shape;99;g3e96351f472_1_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Extract image patch → compute vegetation indices (NDVI proxy, hue, brightness)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Normalize per-crown across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Score leafshed intensity and assign phenophase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Output: tree_master_geojson.geojson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96351f472_1_32"/>
          <p:cNvSpPr txBox="1"/>
          <p:nvPr>
            <p:ph idx="1" type="body"/>
          </p:nvPr>
        </p:nvSpPr>
        <p:spPr>
          <a:xfrm>
            <a:off x="141100" y="564450"/>
            <a:ext cx="8590500" cy="40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python 00_discover_oms.py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  --om-dir input/input_om_sit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  --output-dir output/sit_pipeline_fixed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  --crowns-dir output/detectree_om_sit_multithreshold/crowns_multithreshold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  --exclude-stems lhc_om2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conda run -n detectree python 02_crown_tracking.py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  --config output/sit_pipeline_fixed/pipeline_config.json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  --base-threshold-tag conf_0p15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  --skip-chain-viz --skip-consensus-viz --skip-diagnostics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conda run -n detectree python 03_phenology_analysis.py --config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/>
              <a:t>conda run -n detectree python 04_interactive_viz.py --config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96351f472_1_3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Data on CSE Filer</a:t>
            </a:r>
            <a:endParaRPr/>
          </a:p>
        </p:txBody>
      </p:sp>
      <p:sp>
        <p:nvSpPr>
          <p:cNvPr id="110" name="Google Shape;110;g3e96351f472_1_3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LHC: 13 OMs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SIT: 19 OMs</a:t>
            </a:r>
            <a:br>
              <a:rPr lang="en-IN"/>
            </a:br>
            <a:r>
              <a:rPr lang="en-IN"/>
              <a:t>Sanjay Van: 8 in Spot 1-3, 6 in Spot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Set up script copy_to_filer.ps1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Spins up a temp --privileged Docker container from nfs_mount_img, which bind-mounts your local source at /source and mounts the NFS filer at /mnt/filer, then runs rsync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