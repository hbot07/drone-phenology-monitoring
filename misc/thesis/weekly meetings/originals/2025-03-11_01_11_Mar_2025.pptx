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aleway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aleway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italic.fntdata"/><Relationship Id="rId14" Type="http://schemas.openxmlformats.org/officeDocument/2006/relationships/font" Target="fonts/Raleway-bold.fntdata"/><Relationship Id="rId17" Type="http://schemas.openxmlformats.org/officeDocument/2006/relationships/font" Target="fonts/Lato-regular.fntdata"/><Relationship Id="rId16" Type="http://schemas.openxmlformats.org/officeDocument/2006/relationships/font" Target="fonts/Raleway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6fa3c898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6fa3c8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c6fa3c898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c6fa3c89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35639b925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35639b925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35639b9250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35639b925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35639b9250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35639b9250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35639b9250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35639b9250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c6fa3c898_0_7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c6fa3c898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Drone Phenology Monitoring</a:t>
            </a:r>
            <a:endParaRPr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Gaurav Rajput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Parth Thakur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type="title"/>
          </p:nvPr>
        </p:nvSpPr>
        <p:spPr>
          <a:xfrm>
            <a:off x="265500" y="1912650"/>
            <a:ext cx="4045200" cy="131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79" name="Google Shape;79;p14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/>
              <a:t>Recent progress</a:t>
            </a:r>
            <a:endParaRPr b="1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New Orthomosaic</a:t>
            </a:r>
            <a:endParaRPr sz="1500"/>
          </a:p>
          <a:p>
            <a:pPr indent="-323850" lvl="0" marL="457200" rtl="0" algn="l">
              <a:spcBef>
                <a:spcPts val="16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Detectree2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/>
              <a:t>Problems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HPC</a:t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Orthomosaic</a:t>
            </a:r>
            <a:endParaRPr/>
          </a:p>
        </p:txBody>
      </p:sp>
      <p:pic>
        <p:nvPicPr>
          <p:cNvPr id="85" name="Google Shape;85;p15" title="odm_orthophoto Large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0250" y="1378325"/>
            <a:ext cx="2873542" cy="36273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 txBox="1"/>
          <p:nvPr/>
        </p:nvSpPr>
        <p:spPr>
          <a:xfrm>
            <a:off x="6018100" y="1562950"/>
            <a:ext cx="2439300" cy="29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-"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6 Mar 2025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Detectree2</a:t>
            </a:r>
            <a:endParaRPr/>
          </a:p>
        </p:txBody>
      </p:sp>
      <p:sp>
        <p:nvSpPr>
          <p:cNvPr id="92" name="Google Shape;92;p16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The large orthomosaic was split into 45x45 pixel tiles with a 20-pixel buffer.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This ensures smaller sections are analyzed for better detection accuracy.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Pre trained model 230103_randresize_full.pth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6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Detectree2 </a:t>
            </a:r>
            <a:r>
              <a:rPr lang="en"/>
              <a:t>provides</a:t>
            </a:r>
            <a:r>
              <a:rPr lang="en"/>
              <a:t> a predict_on_data function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Converted tile-based predictions into geo-referenced outputs (GeoJSON)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Filtered overlapping crowns by selecting the most confident detections.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Saved the processed tree crowns as a GeoPackage file (.gpkg).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Detectree2</a:t>
            </a:r>
            <a:endParaRPr/>
          </a:p>
        </p:txBody>
      </p:sp>
      <p:sp>
        <p:nvSpPr>
          <p:cNvPr id="99" name="Google Shape;99;p17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Most tree crowns are accurately detected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Overlapping detections cleaned using IoU filtering (0.4 threshold)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Further fine-tuning may improve results, especially for dense canopies, we are experimenting more with tile size, buffer settings, and finetuning the parameters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00" name="Google Shape;10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2850" y="1363750"/>
            <a:ext cx="3695023" cy="377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HPC</a:t>
            </a:r>
            <a:endParaRPr/>
          </a:p>
        </p:txBody>
      </p:sp>
      <p:sp>
        <p:nvSpPr>
          <p:cNvPr id="106" name="Google Shape;106;p18"/>
          <p:cNvSpPr txBox="1"/>
          <p:nvPr>
            <p:ph idx="2" type="body"/>
          </p:nvPr>
        </p:nvSpPr>
        <p:spPr>
          <a:xfrm>
            <a:off x="52258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Took help from Badrinath sir for setting up the HPC, it seems that the project budget has ended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Is any other project/budget available?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Else we can proceed with the  GPU workstation we have; can we run a password protected jupyter server on it which we can access remotely?</a:t>
            </a:r>
            <a:endParaRPr/>
          </a:p>
        </p:txBody>
      </p:sp>
      <p:pic>
        <p:nvPicPr>
          <p:cNvPr id="107" name="Google Shape;10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90200"/>
            <a:ext cx="5073471" cy="3627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 txBox="1"/>
          <p:nvPr>
            <p:ph type="title"/>
          </p:nvPr>
        </p:nvSpPr>
        <p:spPr>
          <a:xfrm>
            <a:off x="265500" y="1912650"/>
            <a:ext cx="4045200" cy="131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  <p:sp>
        <p:nvSpPr>
          <p:cNvPr id="113" name="Google Shape;113;p1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Integrate detectree2 into our </a:t>
            </a:r>
            <a:r>
              <a:rPr lang="en"/>
              <a:t>data structure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</a:t>
            </a:r>
            <a:r>
              <a:rPr lang="en"/>
              <a:t>uild and validate tracking algorithms across the two orthomosaics we have now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Optimize Detectree2 parameters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