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hvoE6WXnLcuzbVcYhGH4IgRb3M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8E8425-0C22-467B-B7A8-BCB27FA38F8D}">
  <a:tblStyle styleId="{418E8425-0C22-467B-B7A8-BCB27FA38F8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regular.fntdata"/><Relationship Id="rId16" Type="http://schemas.openxmlformats.org/officeDocument/2006/relationships/slide" Target="slides/slide10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2f6346d0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72f6346d0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41e73cd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41e73cd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41e73cdd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41e73cdd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41e73cdd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41e73cdd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41e73cdd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41e73cdd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41e73cdd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41e73cdd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41e73cdd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41e73cdd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41e73cdd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41e73cdd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9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9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9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0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10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1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1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1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31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11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1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4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14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5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p16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1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17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17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17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/>
              <a:t>Drone Phenology Monitoring</a:t>
            </a:r>
            <a:endParaRPr/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Gaurav Rajput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IN"/>
              <a:t>Overview</a:t>
            </a:r>
            <a:endParaRPr/>
          </a:p>
        </p:txBody>
      </p:sp>
      <p:sp>
        <p:nvSpPr>
          <p:cNvPr id="71" name="Google Shape;71;p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 sz="1600"/>
              <a:t>Tracking individual tree crowns across multiple drone orthomosaics (time points) using a graph-based approach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IN" sz="1600"/>
              <a:t>Temporal monitoring of trees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2f6346d0c_0_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/>
              <a:t>Workstation Status</a:t>
            </a:r>
            <a:endParaRPr/>
          </a:p>
        </p:txBody>
      </p:sp>
      <p:sp>
        <p:nvSpPr>
          <p:cNvPr id="77" name="Google Shape;77;g372f6346d0c_0_2"/>
          <p:cNvSpPr txBox="1"/>
          <p:nvPr>
            <p:ph idx="1" type="body"/>
          </p:nvPr>
        </p:nvSpPr>
        <p:spPr>
          <a:xfrm>
            <a:off x="2400262" y="1070551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WSL stores Ubuntu in a special virtual disk format, so it took 2-3 days to figure out how to recover files from Ubuntu.</a:t>
            </a:r>
            <a:br>
              <a:rPr lang="en-I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Since Disk C in the workstation is full, nothing can be stored there, so we had to choose another drive for storing files, which also took time.</a:t>
            </a:r>
            <a:br>
              <a:rPr lang="en-I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Decided to use TeamViewer instead of SSH.</a:t>
            </a:r>
            <a:br>
              <a:rPr lang="en-I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Downloads are stored in Disk C by default, so we needed to change the default download location to download TeamViewer.</a:t>
            </a:r>
            <a:br>
              <a:rPr lang="en-I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VS Code generally stores its extensions in Disk C, so we need to change that location as well and then everything will work fine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641e73cdd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9713"/>
            <a:ext cx="9143999" cy="3884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3641e73cdd2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"/>
            <a:ext cx="4419600" cy="4972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641e73cdd2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6750" y="492063"/>
            <a:ext cx="4572000" cy="4159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3641e73cdd2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9725"/>
            <a:ext cx="9143999" cy="3884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641e73cdd2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300" y="152400"/>
            <a:ext cx="685800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3641e73cdd2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850" y="0"/>
            <a:ext cx="50142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641e73cdd2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50875"/>
            <a:ext cx="9143999" cy="5364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Google Shape;113;g3641e73cdd2_0_28"/>
          <p:cNvGraphicFramePr/>
          <p:nvPr/>
        </p:nvGraphicFramePr>
        <p:xfrm>
          <a:off x="88" y="54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{418E8425-0C22-467B-B7A8-BCB27FA38F8D}</a:tableStyleId>
              </a:tblPr>
              <a:tblGrid>
                <a:gridCol w="583725"/>
                <a:gridCol w="507900"/>
                <a:gridCol w="507900"/>
                <a:gridCol w="507900"/>
                <a:gridCol w="875575"/>
                <a:gridCol w="729625"/>
                <a:gridCol w="1368100"/>
                <a:gridCol w="507900"/>
                <a:gridCol w="507900"/>
                <a:gridCol w="507900"/>
                <a:gridCol w="507900"/>
                <a:gridCol w="507900"/>
                <a:gridCol w="507900"/>
                <a:gridCol w="507900"/>
                <a:gridCol w="507900"/>
              </a:tblGrid>
              <a:tr h="741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Transition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1-to-1 Matches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1-to-Many Splits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Many-to-1 Merges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Disappearances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Appearances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Ambiguous/Overlapping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Total Crowns OM1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Total Crowns OM2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Total Edges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IoU Mean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Out-degree Mean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Out-degree Max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In-degree Mean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800"/>
                        <a:t>In-degree Max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96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OM1 to OM2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60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69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80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138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73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0.629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1.04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1.06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96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OM2 to OM3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90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33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84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138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189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111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0.683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1.06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1.06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2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96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OM3 to OM4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150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25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57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189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219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169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0.706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1.03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1.04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96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OM4 to OM5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151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8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8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53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83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219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251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176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0.709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1.06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1.05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/>
                        <a:t>2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