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14c96cf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14c96cf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14c96cfb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14c96cfb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14c96cf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14c96cf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89ddd533b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89ddd533b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89ddd533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89ddd533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89ddd533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89ddd533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89ddd533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89ddd533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89ddd533b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89ddd533b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14c96cfb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14c96cfb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14c96cfb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14c96cfb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mc.ncbi.nlm.nih.gov/articles/PMC6330952/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Phenology Monitoring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Gaurav Rajput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Recent progress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Working Segmentation(SAM Model)</a:t>
            </a:r>
            <a:endParaRPr sz="1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Model</a:t>
            </a:r>
            <a:endParaRPr/>
          </a:p>
        </p:txBody>
      </p:sp>
      <p:sp>
        <p:nvSpPr>
          <p:cNvPr id="85" name="Google Shape;85;p15"/>
          <p:cNvSpPr txBox="1"/>
          <p:nvPr>
            <p:ph idx="2" type="body"/>
          </p:nvPr>
        </p:nvSpPr>
        <p:spPr>
          <a:xfrm>
            <a:off x="4849205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We Implemented Sam Model as </a:t>
            </a:r>
            <a:r>
              <a:rPr lang="en"/>
              <a:t>recommended </a:t>
            </a:r>
            <a:r>
              <a:rPr lang="en"/>
              <a:t>in the mid term presentation and we are finally getting good Segmentation.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 title="trees_detect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463" y="0"/>
            <a:ext cx="509073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Currently what we are doing</a:t>
            </a:r>
            <a:endParaRPr/>
          </a:p>
        </p:txBody>
      </p:sp>
      <p:sp>
        <p:nvSpPr>
          <p:cNvPr id="96" name="Google Shape;96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 are working on taking sam model’s output to detectree2 to predict crown and then overlay that on the geotiff image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exploring algorithms to accurately combine crowns across </a:t>
            </a:r>
            <a:r>
              <a:rPr lang="en"/>
              <a:t>different</a:t>
            </a:r>
            <a:r>
              <a:rPr lang="en"/>
              <a:t> </a:t>
            </a:r>
            <a:r>
              <a:rPr lang="en"/>
              <a:t>outputs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id each detected tree to do phonology tacking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Euclidean Distance-Based Matching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 metrics from each detected tree crown (coordinates, crown radius, area)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Calculate the Euclidean distance between crowns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Link each tree crown to its closest match according to this distance metric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Euclidean Distance-Based Matching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approach has been implemented for aligning field-surveyed trees with detected individual tree crowns,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https://pmc.ncbi.nlm.nih.gov/articles/PMC6330952/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4">
            <a:alphaModFix/>
          </a:blip>
          <a:srcRect b="24024" l="0" r="0" t="0"/>
          <a:stretch/>
        </p:blipFill>
        <p:spPr>
          <a:xfrm>
            <a:off x="2594600" y="2709150"/>
            <a:ext cx="4238175" cy="13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IoU-Based Overlap Matching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Compare each detected tree crown in different orthomosaics and measure how much they overlap using Intersection over Union (IoU).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How It Works: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Compute the IoU score between crowns from different orthomosaics.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If IoU &gt; threshold (e.g., 0.75), the crowns are considered the same tree.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Assign the same tree ID to matching crowns.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IoU-Based Overlap Matching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 each polygon in orthomosaic_1: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   for each polygon in orthomosaic_2: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       if calculate_IoU(polygon_1, polygon_2) &gt;= 0.75: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            record_match(polygon_1, polygon_2)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We can also use a combination of these algorithms: First, Apply IoU criteria to identify high-confidence matches then For remaining unmatched crowns, use Euclidean distance-based methods incorporating crown attributes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Sites to start profiling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1" y="1116250"/>
            <a:ext cx="5327002" cy="396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</a:t>
            </a:r>
            <a:endParaRPr/>
          </a:p>
        </p:txBody>
      </p:sp>
      <p:sp>
        <p:nvSpPr>
          <p:cNvPr id="134" name="Google Shape;134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We have got the access of GPU workstation and sshd with the help of raman sir.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265500" y="1835575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have to do?</a:t>
            </a:r>
            <a:endParaRPr/>
          </a:p>
        </p:txBody>
      </p:sp>
      <p:sp>
        <p:nvSpPr>
          <p:cNvPr id="140" name="Google Shape;140;p2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Discuss </a:t>
            </a:r>
            <a:r>
              <a:rPr lang="en"/>
              <a:t> sites on campus that we should start profiling.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Decide on </a:t>
            </a:r>
            <a:r>
              <a:rPr lang="en"/>
              <a:t>algorithms which will help us to combine crowns on different runs.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