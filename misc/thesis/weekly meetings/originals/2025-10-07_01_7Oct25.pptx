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gg4PPLOidFvUIFgM+RbZJu/rro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97f2444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97f2444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97f24448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897f24448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97f24448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97f24448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97f24448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97f24448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97f24448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897f24448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897f24448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897f24448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3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13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13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16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16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16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Google Shape;24;p2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2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2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" name="Google Shape;30;p14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14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14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" name="Google Shape;33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15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15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15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1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18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Google Shape;49;p19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19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3;p2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" name="Google Shape;54;p2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2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b="0" i="0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IN"/>
              <a:t>Drone Phenology Monitoring</a:t>
            </a:r>
            <a:endParaRPr/>
          </a:p>
        </p:txBody>
      </p:sp>
      <p:sp>
        <p:nvSpPr>
          <p:cNvPr id="65" name="Google Shape;65;p1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Gaurav Rajput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Parth Thakur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97f244485_0_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Conditional Threshold Matching</a:t>
            </a:r>
            <a:endParaRPr/>
          </a:p>
        </p:txBody>
      </p:sp>
      <p:sp>
        <p:nvSpPr>
          <p:cNvPr id="71" name="Google Shape;71;g3897f244485_0_0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Every crown pair within a base radius (base_max_dist) gets per-pair features from _compute_pair_metrics: IoU, overlap ratios, centroid distance, area ratio, geometry containment flags, and a baseline similarity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Low-signal pairs are dropped early via min_base_similarity and overlap_gate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97f244485_0_7"/>
          <p:cNvSpPr txBox="1"/>
          <p:nvPr>
            <p:ph idx="1" type="body"/>
          </p:nvPr>
        </p:nvSpPr>
        <p:spPr>
          <a:xfrm>
            <a:off x="2400262" y="1456901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containment: one geometry fully contains the other.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one_to_one: both crowns overlap strongly and are unique partners.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split / merge: a previous crown overlaps multiple current crowns (split) or vice versa.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partial_overlap: moderate IoU or overlap without strong mutual exclusivity.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proximity: fallback when overlap is weak but centroids fall within a size-scaled radius.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Anything failing all gates is tagged none and removed.</a:t>
            </a:r>
            <a:endParaRPr/>
          </a:p>
        </p:txBody>
      </p:sp>
      <p:sp>
        <p:nvSpPr>
          <p:cNvPr id="77" name="Google Shape;77;g3897f244485_0_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Classification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97f244485_0_1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Case Specific Processing</a:t>
            </a:r>
            <a:endParaRPr/>
          </a:p>
        </p:txBody>
      </p:sp>
      <p:sp>
        <p:nvSpPr>
          <p:cNvPr id="83" name="Google Shape;83;g3897f244485_0_1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Cases are processed in priority order (one_to_one → containment → split → merge → partial_overlap → proximity).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We have defined a function for match deciding for each of these specific cases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Or we can define specific thresholds and weights for each case and toggle repeating logics on or off(next slide)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97f244485_0_2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897f244485_0_20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g3897f244485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0238" y="337375"/>
            <a:ext cx="5182076" cy="4468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97f244485_0_2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Results</a:t>
            </a:r>
            <a:endParaRPr/>
          </a:p>
        </p:txBody>
      </p:sp>
      <p:sp>
        <p:nvSpPr>
          <p:cNvPr id="96" name="Google Shape;96;g3897f244485_0_26"/>
          <p:cNvSpPr txBox="1"/>
          <p:nvPr>
            <p:ph idx="1" type="body"/>
          </p:nvPr>
        </p:nvSpPr>
        <p:spPr>
          <a:xfrm>
            <a:off x="2410108" y="1595775"/>
            <a:ext cx="22581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IN"/>
              <a:t>Total edges 192 (low)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IN"/>
              <a:t>one_to_one: 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IN"/>
              <a:t>split: 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IN"/>
              <a:t>merge: 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IN"/>
              <a:t>partial_overlap: 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IN"/>
              <a:t>proximity: 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IN"/>
              <a:t>containment: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897f244485_0_26"/>
          <p:cNvSpPr txBox="1"/>
          <p:nvPr/>
        </p:nvSpPr>
        <p:spPr>
          <a:xfrm>
            <a:off x="4872150" y="1423775"/>
            <a:ext cx="3792300" cy="29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Match Rates by Orthomosaic Pair: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- 1-&gt;2: 30/80 (0.375)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- 2-&gt;3: 37/116 (0.319)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- 3-&gt;4: 57/130 (0.438)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- 4-&gt;5: 58/150 (0.387)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Average diameter: 0.378(lots of 0 degree nodes)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Median diameter: 0.000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Max diameter: 7 (Good)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97f244485_0_3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Centroid Projected </a:t>
            </a:r>
            <a:r>
              <a:rPr lang="en-IN"/>
              <a:t>Visualization</a:t>
            </a:r>
            <a:endParaRPr/>
          </a:p>
        </p:txBody>
      </p:sp>
      <p:pic>
        <p:nvPicPr>
          <p:cNvPr id="103" name="Google Shape;103;g3897f244485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6525" y="1211350"/>
            <a:ext cx="5030325" cy="362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