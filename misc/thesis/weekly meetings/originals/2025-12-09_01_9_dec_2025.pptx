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jMSgGYnorUjH4rsOTUq+UpKqnO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21140272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a2114027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2114027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a211402720_0_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247b72bf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a247b72bfa_0_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ef0f20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a1ef0f2040_0_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b16e7d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b16e7d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247b72bf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a247b72bfa_0_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247b72bf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247b72bfa_0_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2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4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15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5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2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2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/>
              <a:t>Drone Phenology Monitoring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Gaurav Rajput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211402720_0_0"/>
          <p:cNvSpPr txBox="1"/>
          <p:nvPr>
            <p:ph type="title"/>
          </p:nvPr>
        </p:nvSpPr>
        <p:spPr>
          <a:xfrm>
            <a:off x="860150" y="5463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Work Started</a:t>
            </a:r>
            <a:endParaRPr/>
          </a:p>
        </p:txBody>
      </p:sp>
      <p:sp>
        <p:nvSpPr>
          <p:cNvPr id="67" name="Google Shape;67;g3a211402720_0_0"/>
          <p:cNvSpPr txBox="1"/>
          <p:nvPr>
            <p:ph idx="1" type="body"/>
          </p:nvPr>
        </p:nvSpPr>
        <p:spPr>
          <a:xfrm>
            <a:off x="476968" y="1593140"/>
            <a:ext cx="819006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Began working on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resolving split and merge cases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crown tracking.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Focused first on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split cases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(one-to-many successors).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Identified nodes with multiple successors and extracted their similarity scores.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Developed structured logic to finalize the correct successor based on forward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backward similarity.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211402720_0_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Split Case Logic</a:t>
            </a:r>
            <a:endParaRPr/>
          </a:p>
        </p:txBody>
      </p:sp>
      <p:sp>
        <p:nvSpPr>
          <p:cNvPr id="73" name="Google Shape;73;g3a211402720_0_7"/>
          <p:cNvSpPr txBox="1"/>
          <p:nvPr>
            <p:ph idx="1" type="body"/>
          </p:nvPr>
        </p:nvSpPr>
        <p:spPr>
          <a:xfrm>
            <a:off x="512040" y="1614999"/>
            <a:ext cx="7101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Identify all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nodes (split nodes).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each split node: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-Compute similarity scores for all successors.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-Select </a:t>
            </a:r>
            <a:r>
              <a:rPr b="1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 3 similarity scores</a:t>
            </a: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(or fewer if less than</a:t>
            </a:r>
            <a:r>
              <a:rPr lang="en-I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successors).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 these top candidates: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-Compute similarity with </a:t>
            </a:r>
            <a:r>
              <a:rPr b="1" lang="en-IN">
                <a:latin typeface="Arial"/>
                <a:ea typeface="Arial"/>
                <a:cs typeface="Arial"/>
                <a:sym typeface="Arial"/>
              </a:rPr>
              <a:t>Their front</a:t>
            </a:r>
            <a:r>
              <a:rPr b="1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-Choose the successor with the </a:t>
            </a:r>
            <a:r>
              <a:rPr b="1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highest </a:t>
            </a:r>
            <a:r>
              <a:rPr b="1" lang="en-IN">
                <a:latin typeface="Arial"/>
                <a:ea typeface="Arial"/>
                <a:cs typeface="Arial"/>
                <a:sym typeface="Arial"/>
              </a:rPr>
              <a:t>forward</a:t>
            </a:r>
            <a:r>
              <a:rPr b="1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similarity</a:t>
            </a: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 handling: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-If the split occurs at the </a:t>
            </a:r>
            <a:r>
              <a:rPr b="1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second-last node</a:t>
            </a: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en-I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 directly select the successor with the </a:t>
            </a:r>
            <a:r>
              <a:rPr b="1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highest similarity</a:t>
            </a: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at that stage.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247b72bfa_0_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Merge Case Logic</a:t>
            </a:r>
            <a:endParaRPr/>
          </a:p>
        </p:txBody>
      </p:sp>
      <p:sp>
        <p:nvSpPr>
          <p:cNvPr id="79" name="Google Shape;79;g3a247b72bfa_0_41"/>
          <p:cNvSpPr txBox="1"/>
          <p:nvPr>
            <p:ph idx="1" type="body"/>
          </p:nvPr>
        </p:nvSpPr>
        <p:spPr>
          <a:xfrm>
            <a:off x="782203" y="1880376"/>
            <a:ext cx="725070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merge (many-to-one) cases: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-Compare similarity of all merging candidates with the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 node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-Select the candidate with the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highest similarity score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merge is followed by a split again: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-Apply the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same split logic recursively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1ef0f2040_0_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Containment-Based Rules</a:t>
            </a:r>
            <a:endParaRPr/>
          </a:p>
        </p:txBody>
      </p:sp>
      <p:sp>
        <p:nvSpPr>
          <p:cNvPr id="85" name="Google Shape;85;g3a1ef0f2040_0_5"/>
          <p:cNvSpPr txBox="1"/>
          <p:nvPr>
            <p:ph idx="1" type="body"/>
          </p:nvPr>
        </p:nvSpPr>
        <p:spPr>
          <a:xfrm>
            <a:off x="1523421" y="1374916"/>
            <a:ext cx="573746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Prefer successors that: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-Maximise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contained geometry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-Maintain good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area balance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gates to filter candidates: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-IoU threshold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-Centroid proximity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Tie-breaking rules: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-overlap_prev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(if previous crown contains current)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-overlap_curr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(if current crown contains previous)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-balanced_area_ratio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eb16e7d41_0_0"/>
          <p:cNvSpPr txBox="1"/>
          <p:nvPr>
            <p:ph type="title"/>
          </p:nvPr>
        </p:nvSpPr>
        <p:spPr>
          <a:xfrm>
            <a:off x="719800" y="4088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Shedding Event Detection</a:t>
            </a:r>
            <a:endParaRPr/>
          </a:p>
        </p:txBody>
      </p:sp>
      <p:sp>
        <p:nvSpPr>
          <p:cNvPr id="91" name="Google Shape;91;g3aeb16e7d41_0_0"/>
          <p:cNvSpPr txBox="1"/>
          <p:nvPr>
            <p:ph idx="1" type="body"/>
          </p:nvPr>
        </p:nvSpPr>
        <p:spPr>
          <a:xfrm>
            <a:off x="603472" y="918025"/>
            <a:ext cx="8109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When do we detect a shedding event?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Previous crown polygon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contains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the current polygon (</a:t>
            </a:r>
            <a:r>
              <a:rPr lang="en-I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prev_contains_curr = True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High overlap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of current polygon inside previous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I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overlap_curr ≥ 0.85</a:t>
            </a:r>
            <a:br>
              <a:rPr lang="en-I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Large drop in area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compared to previous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I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balanced_area_ratio ≤ 0.6</a:t>
            </a:r>
            <a:br>
              <a:rPr lang="en-I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I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(current crown significantly smaller than before)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What to do when shedding is detected?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Prefer the smaller contained polygon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as the true successor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It is well-aligned with the previous crown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Likely a partial detection rather than a new crown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Prevents incorrect matching to a nearby larger crown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47b72bfa_0_1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Partial-Overlap Case</a:t>
            </a:r>
            <a:endParaRPr/>
          </a:p>
        </p:txBody>
      </p:sp>
      <p:sp>
        <p:nvSpPr>
          <p:cNvPr id="97" name="Google Shape;97;g3a247b72bfa_0_11"/>
          <p:cNvSpPr txBox="1"/>
          <p:nvPr>
            <p:ph idx="1" type="body"/>
          </p:nvPr>
        </p:nvSpPr>
        <p:spPr>
          <a:xfrm>
            <a:off x="1504895" y="1569669"/>
            <a:ext cx="6600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Treat partial-overlap successors as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soft one-to-one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matches.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 all partial-overlap successors: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-Select </a:t>
            </a:r>
            <a:r>
              <a:rPr b="1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top-K</a:t>
            </a: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based on similarity.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 successor chosen using a </a:t>
            </a:r>
            <a:r>
              <a:rPr b="1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continuity score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combining: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-IoU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-Overlap fractions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-Base similarity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-Centroid proximity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47b72bfa_0_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Summary of Progress</a:t>
            </a:r>
            <a:endParaRPr/>
          </a:p>
        </p:txBody>
      </p:sp>
      <p:sp>
        <p:nvSpPr>
          <p:cNvPr id="103" name="Google Shape;103;g3a247b72bfa_0_15"/>
          <p:cNvSpPr txBox="1"/>
          <p:nvPr>
            <p:ph idx="1" type="body"/>
          </p:nvPr>
        </p:nvSpPr>
        <p:spPr>
          <a:xfrm>
            <a:off x="942819" y="1791719"/>
            <a:ext cx="6664004" cy="218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Implemented detailed logic for split and merge case resolution.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Added structured rules for: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-Containment cases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i="0" lang="en-I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-Partial-overlap cases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Developed a unified successor selection strategy using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I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similarity + continuity metrics.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Next steps: integrating scoring into pruning,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I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I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testing with chains, and validating on more orthomosaics.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